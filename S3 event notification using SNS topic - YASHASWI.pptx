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25"/>
  </p:notesMasterIdLst>
  <p:sldIdLst>
    <p:sldId id="256" r:id="rId2"/>
    <p:sldId id="258" r:id="rId3"/>
    <p:sldId id="259" r:id="rId4"/>
    <p:sldId id="260" r:id="rId5"/>
    <p:sldId id="261" r:id="rId6"/>
    <p:sldId id="304" r:id="rId7"/>
    <p:sldId id="265" r:id="rId8"/>
    <p:sldId id="273" r:id="rId9"/>
    <p:sldId id="305" r:id="rId10"/>
    <p:sldId id="307" r:id="rId11"/>
    <p:sldId id="306" r:id="rId12"/>
    <p:sldId id="308" r:id="rId13"/>
    <p:sldId id="309" r:id="rId14"/>
    <p:sldId id="310" r:id="rId15"/>
    <p:sldId id="311" r:id="rId16"/>
    <p:sldId id="312" r:id="rId17"/>
    <p:sldId id="313" r:id="rId18"/>
    <p:sldId id="314" r:id="rId19"/>
    <p:sldId id="315" r:id="rId20"/>
    <p:sldId id="316" r:id="rId21"/>
    <p:sldId id="317" r:id="rId22"/>
    <p:sldId id="263" r:id="rId23"/>
    <p:sldId id="284" r:id="rId24"/>
  </p:sldIdLst>
  <p:sldSz cx="9144000" cy="5143500" type="screen16x9"/>
  <p:notesSz cx="6858000" cy="9144000"/>
  <p:embeddedFontLst>
    <p:embeddedFont>
      <p:font typeface="Jost SemiBold" panose="020B0604020202020204" charset="0"/>
      <p:regular r:id="rId26"/>
      <p:bold r:id="rId27"/>
      <p:italic r:id="rId28"/>
      <p:boldItalic r:id="rId29"/>
    </p:embeddedFont>
    <p:embeddedFont>
      <p:font typeface="Jost" panose="020B0604020202020204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AC323A-0E09-4F61-B1F9-4CC3FAD301D9}">
  <a:tblStyle styleId="{2CAC323A-0E09-4F61-B1F9-4CC3FAD301D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8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271ee28a71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271ee28a71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299010c487_3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299010c487_3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271ee28a71_2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271ee28a71_2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1299010c487_3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1299010c487_3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299010c487_3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299010c487_3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78278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299010c487_3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299010c487_3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g1299010c487_3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2" name="Google Shape;582;g1299010c487_3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299010c487_3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299010c487_3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9535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299010c487_3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299010c487_3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50335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299010c487_3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299010c487_3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86521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299010c487_3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299010c487_3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34819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299010c487_3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299010c487_3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4628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299010c487_3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299010c487_3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567772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299010c487_3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299010c487_3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36580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299010c487_3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299010c487_3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67472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299010c487_3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299010c487_3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06574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299010c487_3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299010c487_3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8353150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299010c487_3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299010c487_3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201564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299010c487_3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299010c487_3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3699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1299010c487_3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1299010c487_3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219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1299010c487_3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1" name="Google Shape;371;g1299010c487_3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Google Shape;1085;g1528a7f0ef671a5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6" name="Google Shape;1086;g1528a7f0ef671a5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37800" y="-37350"/>
            <a:ext cx="9219600" cy="5218200"/>
            <a:chOff x="-37800" y="-37350"/>
            <a:chExt cx="9219600" cy="5218200"/>
          </a:xfrm>
        </p:grpSpPr>
        <p:pic>
          <p:nvPicPr>
            <p:cNvPr id="10" name="Google Shape;10;p2"/>
            <p:cNvPicPr preferRelativeResize="0"/>
            <p:nvPr/>
          </p:nvPicPr>
          <p:blipFill>
            <a:blip r:embed="rId2">
              <a:alphaModFix amt="33000"/>
            </a:blip>
            <a:stretch>
              <a:fillRect/>
            </a:stretch>
          </p:blipFill>
          <p:spPr>
            <a:xfrm>
              <a:off x="0" y="2381"/>
              <a:ext cx="9144000" cy="51387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" name="Google Shape;11;p2"/>
            <p:cNvSpPr/>
            <p:nvPr/>
          </p:nvSpPr>
          <p:spPr>
            <a:xfrm flipH="1">
              <a:off x="-37800" y="-37350"/>
              <a:ext cx="9219600" cy="5218200"/>
            </a:xfrm>
            <a:prstGeom prst="rect">
              <a:avLst/>
            </a:prstGeom>
            <a:gradFill>
              <a:gsLst>
                <a:gs pos="0">
                  <a:srgbClr val="187498">
                    <a:alpha val="6666"/>
                  </a:srgbClr>
                </a:gs>
                <a:gs pos="50000">
                  <a:srgbClr val="187498">
                    <a:alpha val="6666"/>
                  </a:srgbClr>
                </a:gs>
                <a:gs pos="100000">
                  <a:srgbClr val="F9D923">
                    <a:alpha val="745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714175" y="969450"/>
            <a:ext cx="5351100" cy="229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 rot="-59659">
            <a:off x="713873" y="3647833"/>
            <a:ext cx="5238189" cy="526872"/>
          </a:xfrm>
          <a:prstGeom prst="rect">
            <a:avLst/>
          </a:prstGeom>
          <a:solidFill>
            <a:schemeClr val="accent1"/>
          </a:solidFill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9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6805075" y="-1531425"/>
            <a:ext cx="3603600" cy="3603600"/>
          </a:xfrm>
          <a:prstGeom prst="ellipse">
            <a:avLst/>
          </a:prstGeom>
          <a:gradFill>
            <a:gsLst>
              <a:gs pos="0">
                <a:schemeClr val="lt1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-2420800" y="1607225"/>
            <a:ext cx="6368100" cy="6368100"/>
          </a:xfrm>
          <a:prstGeom prst="ellipse">
            <a:avLst/>
          </a:prstGeom>
          <a:gradFill>
            <a:gsLst>
              <a:gs pos="0">
                <a:srgbClr val="187498">
                  <a:alpha val="4745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oogle Shape;17;p3"/>
          <p:cNvGrpSpPr/>
          <p:nvPr/>
        </p:nvGrpSpPr>
        <p:grpSpPr>
          <a:xfrm>
            <a:off x="-37800" y="-37350"/>
            <a:ext cx="9219600" cy="5218200"/>
            <a:chOff x="-37800" y="-37350"/>
            <a:chExt cx="9219600" cy="5218200"/>
          </a:xfrm>
        </p:grpSpPr>
        <p:pic>
          <p:nvPicPr>
            <p:cNvPr id="18" name="Google Shape;18;p3"/>
            <p:cNvPicPr preferRelativeResize="0"/>
            <p:nvPr/>
          </p:nvPicPr>
          <p:blipFill>
            <a:blip r:embed="rId2">
              <a:alphaModFix amt="33000"/>
            </a:blip>
            <a:stretch>
              <a:fillRect/>
            </a:stretch>
          </p:blipFill>
          <p:spPr>
            <a:xfrm>
              <a:off x="0" y="2381"/>
              <a:ext cx="9144000" cy="51387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Google Shape;19;p3"/>
            <p:cNvSpPr/>
            <p:nvPr/>
          </p:nvSpPr>
          <p:spPr>
            <a:xfrm flipH="1">
              <a:off x="-37800" y="-37350"/>
              <a:ext cx="9219600" cy="5218200"/>
            </a:xfrm>
            <a:prstGeom prst="rect">
              <a:avLst/>
            </a:prstGeom>
            <a:gradFill>
              <a:gsLst>
                <a:gs pos="0">
                  <a:srgbClr val="187498">
                    <a:alpha val="6666"/>
                  </a:srgbClr>
                </a:gs>
                <a:gs pos="50000">
                  <a:srgbClr val="187498">
                    <a:alpha val="6666"/>
                  </a:srgbClr>
                </a:gs>
                <a:gs pos="100000">
                  <a:srgbClr val="F9D923">
                    <a:alpha val="745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3"/>
          <p:cNvSpPr txBox="1">
            <a:spLocks noGrp="1"/>
          </p:cNvSpPr>
          <p:nvPr>
            <p:ph type="title" hasCustomPrompt="1"/>
          </p:nvPr>
        </p:nvSpPr>
        <p:spPr>
          <a:xfrm rot="-59787">
            <a:off x="3002163" y="1276077"/>
            <a:ext cx="3139675" cy="1095768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9000" b="1">
                <a:solidFill>
                  <a:schemeClr val="accen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  <a:defRPr sz="2500">
                <a:solidFill>
                  <a:schemeClr val="dk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1" name="Google Shape;21;p3"/>
          <p:cNvSpPr txBox="1">
            <a:spLocks noGrp="1"/>
          </p:cNvSpPr>
          <p:nvPr>
            <p:ph type="title" idx="2"/>
          </p:nvPr>
        </p:nvSpPr>
        <p:spPr>
          <a:xfrm flipH="1">
            <a:off x="2229450" y="2690526"/>
            <a:ext cx="4685100" cy="55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"/>
          </p:nvPr>
        </p:nvSpPr>
        <p:spPr>
          <a:xfrm flipH="1">
            <a:off x="2229450" y="3595250"/>
            <a:ext cx="4685100" cy="29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8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-2469875" y="1488050"/>
            <a:ext cx="6368100" cy="6368100"/>
          </a:xfrm>
          <a:prstGeom prst="ellipse">
            <a:avLst/>
          </a:prstGeom>
          <a:gradFill>
            <a:gsLst>
              <a:gs pos="0">
                <a:srgbClr val="187498">
                  <a:alpha val="4745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6723350" y="-1491700"/>
            <a:ext cx="3603600" cy="3603600"/>
          </a:xfrm>
          <a:prstGeom prst="ellipse">
            <a:avLst/>
          </a:prstGeom>
          <a:gradFill>
            <a:gsLst>
              <a:gs pos="0">
                <a:schemeClr val="lt1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oogle Shape;26;p4"/>
          <p:cNvGrpSpPr/>
          <p:nvPr/>
        </p:nvGrpSpPr>
        <p:grpSpPr>
          <a:xfrm rot="10800000" flipH="1">
            <a:off x="-37800" y="-37350"/>
            <a:ext cx="9219600" cy="5218200"/>
            <a:chOff x="-37800" y="-37350"/>
            <a:chExt cx="9219600" cy="5218200"/>
          </a:xfrm>
        </p:grpSpPr>
        <p:pic>
          <p:nvPicPr>
            <p:cNvPr id="27" name="Google Shape;27;p4"/>
            <p:cNvPicPr preferRelativeResize="0"/>
            <p:nvPr/>
          </p:nvPicPr>
          <p:blipFill>
            <a:blip r:embed="rId2">
              <a:alphaModFix amt="33000"/>
            </a:blip>
            <a:stretch>
              <a:fillRect/>
            </a:stretch>
          </p:blipFill>
          <p:spPr>
            <a:xfrm>
              <a:off x="0" y="2381"/>
              <a:ext cx="9144000" cy="51387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" name="Google Shape;28;p4"/>
            <p:cNvSpPr/>
            <p:nvPr/>
          </p:nvSpPr>
          <p:spPr>
            <a:xfrm>
              <a:off x="-37800" y="-37350"/>
              <a:ext cx="9219600" cy="5218200"/>
            </a:xfrm>
            <a:prstGeom prst="rect">
              <a:avLst/>
            </a:prstGeom>
            <a:gradFill>
              <a:gsLst>
                <a:gs pos="0">
                  <a:srgbClr val="187498">
                    <a:alpha val="6666"/>
                  </a:srgbClr>
                </a:gs>
                <a:gs pos="50000">
                  <a:srgbClr val="187498">
                    <a:alpha val="6666"/>
                  </a:srgbClr>
                </a:gs>
                <a:gs pos="100000">
                  <a:srgbClr val="F9D923">
                    <a:alpha val="745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14175" y="1304875"/>
            <a:ext cx="7715700" cy="302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714150" y="535650"/>
            <a:ext cx="7715700" cy="4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oogle Shape;43;p6"/>
          <p:cNvGrpSpPr/>
          <p:nvPr/>
        </p:nvGrpSpPr>
        <p:grpSpPr>
          <a:xfrm rot="10800000" flipH="1">
            <a:off x="-37800" y="-37350"/>
            <a:ext cx="9219600" cy="5218200"/>
            <a:chOff x="-37800" y="-37350"/>
            <a:chExt cx="9219600" cy="5218200"/>
          </a:xfrm>
        </p:grpSpPr>
        <p:pic>
          <p:nvPicPr>
            <p:cNvPr id="44" name="Google Shape;44;p6"/>
            <p:cNvPicPr preferRelativeResize="0"/>
            <p:nvPr/>
          </p:nvPicPr>
          <p:blipFill>
            <a:blip r:embed="rId2">
              <a:alphaModFix amt="33000"/>
            </a:blip>
            <a:stretch>
              <a:fillRect/>
            </a:stretch>
          </p:blipFill>
          <p:spPr>
            <a:xfrm>
              <a:off x="0" y="2381"/>
              <a:ext cx="9144000" cy="51387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" name="Google Shape;45;p6"/>
            <p:cNvSpPr/>
            <p:nvPr/>
          </p:nvSpPr>
          <p:spPr>
            <a:xfrm flipH="1">
              <a:off x="-37800" y="-37350"/>
              <a:ext cx="9219600" cy="5218200"/>
            </a:xfrm>
            <a:prstGeom prst="rect">
              <a:avLst/>
            </a:prstGeom>
            <a:gradFill>
              <a:gsLst>
                <a:gs pos="0">
                  <a:srgbClr val="187498">
                    <a:alpha val="6666"/>
                  </a:srgbClr>
                </a:gs>
                <a:gs pos="50000">
                  <a:srgbClr val="187498">
                    <a:alpha val="6666"/>
                  </a:srgbClr>
                </a:gs>
                <a:gs pos="100000">
                  <a:srgbClr val="F9D923">
                    <a:alpha val="745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" name="Google Shape;46;p6"/>
          <p:cNvSpPr/>
          <p:nvPr/>
        </p:nvSpPr>
        <p:spPr>
          <a:xfrm>
            <a:off x="-2525500" y="-2648400"/>
            <a:ext cx="6368100" cy="6368100"/>
          </a:xfrm>
          <a:prstGeom prst="ellipse">
            <a:avLst/>
          </a:prstGeom>
          <a:gradFill>
            <a:gsLst>
              <a:gs pos="0">
                <a:srgbClr val="187498">
                  <a:alpha val="1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6"/>
          <p:cNvSpPr/>
          <p:nvPr/>
        </p:nvSpPr>
        <p:spPr>
          <a:xfrm>
            <a:off x="6906050" y="2755550"/>
            <a:ext cx="3603600" cy="3603600"/>
          </a:xfrm>
          <a:prstGeom prst="ellipse">
            <a:avLst/>
          </a:prstGeom>
          <a:gradFill>
            <a:gsLst>
              <a:gs pos="0">
                <a:srgbClr val="F9D923">
                  <a:alpha val="31372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6"/>
          <p:cNvSpPr/>
          <p:nvPr/>
        </p:nvSpPr>
        <p:spPr>
          <a:xfrm>
            <a:off x="-2596975" y="-2521300"/>
            <a:ext cx="6368100" cy="6368100"/>
          </a:xfrm>
          <a:prstGeom prst="ellipse">
            <a:avLst/>
          </a:prstGeom>
          <a:gradFill>
            <a:gsLst>
              <a:gs pos="0">
                <a:srgbClr val="187498">
                  <a:alpha val="1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6"/>
          <p:cNvSpPr/>
          <p:nvPr/>
        </p:nvSpPr>
        <p:spPr>
          <a:xfrm>
            <a:off x="7200825" y="3076850"/>
            <a:ext cx="3603600" cy="3603600"/>
          </a:xfrm>
          <a:prstGeom prst="ellipse">
            <a:avLst/>
          </a:prstGeom>
          <a:gradFill>
            <a:gsLst>
              <a:gs pos="0">
                <a:schemeClr val="lt1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title"/>
          </p:nvPr>
        </p:nvSpPr>
        <p:spPr>
          <a:xfrm>
            <a:off x="865275" y="535650"/>
            <a:ext cx="7413300" cy="4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9"/>
          <p:cNvPicPr preferRelativeResize="0"/>
          <p:nvPr/>
        </p:nvPicPr>
        <p:blipFill>
          <a:blip r:embed="rId2">
            <a:alphaModFix amt="47000"/>
          </a:blip>
          <a:stretch>
            <a:fillRect/>
          </a:stretch>
        </p:blipFill>
        <p:spPr>
          <a:xfrm flipH="1">
            <a:off x="0" y="2381"/>
            <a:ext cx="9144000" cy="513873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9"/>
          <p:cNvSpPr/>
          <p:nvPr/>
        </p:nvSpPr>
        <p:spPr>
          <a:xfrm>
            <a:off x="-37775" y="-37350"/>
            <a:ext cx="9219600" cy="5218200"/>
          </a:xfrm>
          <a:prstGeom prst="rect">
            <a:avLst/>
          </a:prstGeom>
          <a:gradFill>
            <a:gsLst>
              <a:gs pos="0">
                <a:srgbClr val="187498">
                  <a:alpha val="6666"/>
                </a:srgbClr>
              </a:gs>
              <a:gs pos="50000">
                <a:srgbClr val="187498">
                  <a:alpha val="6666"/>
                </a:srgbClr>
              </a:gs>
              <a:gs pos="100000">
                <a:srgbClr val="F9D923">
                  <a:alpha val="7450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9"/>
          <p:cNvSpPr/>
          <p:nvPr/>
        </p:nvSpPr>
        <p:spPr>
          <a:xfrm flipH="1">
            <a:off x="-1302550" y="-1662350"/>
            <a:ext cx="3603600" cy="3603600"/>
          </a:xfrm>
          <a:prstGeom prst="ellipse">
            <a:avLst/>
          </a:prstGeom>
          <a:gradFill>
            <a:gsLst>
              <a:gs pos="0">
                <a:schemeClr val="lt1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9"/>
          <p:cNvSpPr/>
          <p:nvPr/>
        </p:nvSpPr>
        <p:spPr>
          <a:xfrm flipH="1">
            <a:off x="4878925" y="1581600"/>
            <a:ext cx="6368100" cy="6368100"/>
          </a:xfrm>
          <a:prstGeom prst="ellipse">
            <a:avLst/>
          </a:prstGeom>
          <a:gradFill>
            <a:gsLst>
              <a:gs pos="0">
                <a:srgbClr val="187498">
                  <a:alpha val="4745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714175" y="1372925"/>
            <a:ext cx="4121400" cy="66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ubTitle" idx="1"/>
          </p:nvPr>
        </p:nvSpPr>
        <p:spPr>
          <a:xfrm>
            <a:off x="714175" y="2306875"/>
            <a:ext cx="4121400" cy="146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13"/>
          <p:cNvGrpSpPr/>
          <p:nvPr/>
        </p:nvGrpSpPr>
        <p:grpSpPr>
          <a:xfrm>
            <a:off x="-37800" y="-37350"/>
            <a:ext cx="9219600" cy="5218200"/>
            <a:chOff x="-37800" y="-37350"/>
            <a:chExt cx="9219600" cy="5218200"/>
          </a:xfrm>
        </p:grpSpPr>
        <p:pic>
          <p:nvPicPr>
            <p:cNvPr id="86" name="Google Shape;86;p13"/>
            <p:cNvPicPr preferRelativeResize="0"/>
            <p:nvPr/>
          </p:nvPicPr>
          <p:blipFill>
            <a:blip r:embed="rId2">
              <a:alphaModFix amt="47000"/>
            </a:blip>
            <a:stretch>
              <a:fillRect/>
            </a:stretch>
          </p:blipFill>
          <p:spPr>
            <a:xfrm flipH="1">
              <a:off x="0" y="2381"/>
              <a:ext cx="9144000" cy="51387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" name="Google Shape;87;p13"/>
            <p:cNvSpPr/>
            <p:nvPr/>
          </p:nvSpPr>
          <p:spPr>
            <a:xfrm rot="10800000" flipH="1">
              <a:off x="-37800" y="-37350"/>
              <a:ext cx="9219600" cy="5218200"/>
            </a:xfrm>
            <a:prstGeom prst="rect">
              <a:avLst/>
            </a:prstGeom>
            <a:gradFill>
              <a:gsLst>
                <a:gs pos="0">
                  <a:srgbClr val="187498">
                    <a:alpha val="6666"/>
                  </a:srgbClr>
                </a:gs>
                <a:gs pos="50000">
                  <a:srgbClr val="187498">
                    <a:alpha val="6666"/>
                  </a:srgbClr>
                </a:gs>
                <a:gs pos="100000">
                  <a:srgbClr val="F9D923">
                    <a:alpha val="745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" name="Google Shape;88;p13"/>
          <p:cNvSpPr txBox="1">
            <a:spLocks noGrp="1"/>
          </p:cNvSpPr>
          <p:nvPr>
            <p:ph type="title"/>
          </p:nvPr>
        </p:nvSpPr>
        <p:spPr>
          <a:xfrm>
            <a:off x="730825" y="535650"/>
            <a:ext cx="7682400" cy="4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title" idx="2" hasCustomPrompt="1"/>
          </p:nvPr>
        </p:nvSpPr>
        <p:spPr>
          <a:xfrm rot="-60218" flipH="1">
            <a:off x="718248" y="1822889"/>
            <a:ext cx="1661355" cy="488772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000" b="1">
                <a:solidFill>
                  <a:schemeClr val="accen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731425" y="3238975"/>
            <a:ext cx="1635000" cy="75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3"/>
          </p:nvPr>
        </p:nvSpPr>
        <p:spPr>
          <a:xfrm>
            <a:off x="731425" y="2486675"/>
            <a:ext cx="1635000" cy="61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4"/>
          </p:nvPr>
        </p:nvSpPr>
        <p:spPr>
          <a:xfrm>
            <a:off x="2746808" y="3238975"/>
            <a:ext cx="1635000" cy="75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5"/>
          </p:nvPr>
        </p:nvSpPr>
        <p:spPr>
          <a:xfrm>
            <a:off x="2746410" y="2486675"/>
            <a:ext cx="1635000" cy="61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6"/>
          </p:nvPr>
        </p:nvSpPr>
        <p:spPr>
          <a:xfrm>
            <a:off x="4762192" y="3238975"/>
            <a:ext cx="1635000" cy="75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7"/>
          </p:nvPr>
        </p:nvSpPr>
        <p:spPr>
          <a:xfrm>
            <a:off x="4761993" y="2486675"/>
            <a:ext cx="1635000" cy="61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8"/>
          </p:nvPr>
        </p:nvSpPr>
        <p:spPr>
          <a:xfrm>
            <a:off x="6777575" y="3238975"/>
            <a:ext cx="1635000" cy="75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9"/>
          </p:nvPr>
        </p:nvSpPr>
        <p:spPr>
          <a:xfrm>
            <a:off x="6777575" y="2486675"/>
            <a:ext cx="1635000" cy="61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 idx="13" hasCustomPrompt="1"/>
          </p:nvPr>
        </p:nvSpPr>
        <p:spPr>
          <a:xfrm rot="60218">
            <a:off x="2733631" y="1822889"/>
            <a:ext cx="1661355" cy="488772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000" b="1">
                <a:solidFill>
                  <a:schemeClr val="accen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14" hasCustomPrompt="1"/>
          </p:nvPr>
        </p:nvSpPr>
        <p:spPr>
          <a:xfrm rot="-60218" flipH="1">
            <a:off x="4749014" y="1822889"/>
            <a:ext cx="1661355" cy="488772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000" b="1">
                <a:latin typeface="Jost"/>
                <a:ea typeface="Jost"/>
                <a:cs typeface="Jost"/>
                <a:sym typeface="Jos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15" hasCustomPrompt="1"/>
          </p:nvPr>
        </p:nvSpPr>
        <p:spPr>
          <a:xfrm rot="60218">
            <a:off x="6764398" y="1822889"/>
            <a:ext cx="1661355" cy="488772"/>
          </a:xfrm>
          <a:prstGeom prst="rect">
            <a:avLst/>
          </a:prstGeom>
          <a:solidFill>
            <a:schemeClr val="lt2"/>
          </a:solidFill>
        </p:spPr>
        <p:txBody>
          <a:bodyPr spcFirstLastPara="1" wrap="square" lIns="0" tIns="0" rIns="0" bIns="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3000" b="1">
                <a:solidFill>
                  <a:schemeClr val="accent2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/>
          <p:nvPr/>
        </p:nvSpPr>
        <p:spPr>
          <a:xfrm>
            <a:off x="-2186450" y="2657200"/>
            <a:ext cx="4713000" cy="4713000"/>
          </a:xfrm>
          <a:prstGeom prst="ellipse">
            <a:avLst/>
          </a:prstGeom>
          <a:gradFill>
            <a:gsLst>
              <a:gs pos="0">
                <a:schemeClr val="lt1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3"/>
          <p:cNvSpPr/>
          <p:nvPr/>
        </p:nvSpPr>
        <p:spPr>
          <a:xfrm>
            <a:off x="6185400" y="-3178425"/>
            <a:ext cx="6368100" cy="6368100"/>
          </a:xfrm>
          <a:prstGeom prst="ellipse">
            <a:avLst/>
          </a:prstGeom>
          <a:gradFill>
            <a:gsLst>
              <a:gs pos="0">
                <a:srgbClr val="187498">
                  <a:alpha val="4745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4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" name="Google Shape;126;p17"/>
          <p:cNvGrpSpPr/>
          <p:nvPr/>
        </p:nvGrpSpPr>
        <p:grpSpPr>
          <a:xfrm>
            <a:off x="-37800" y="-37350"/>
            <a:ext cx="9219600" cy="5218200"/>
            <a:chOff x="-37800" y="-37350"/>
            <a:chExt cx="9219600" cy="5218200"/>
          </a:xfrm>
        </p:grpSpPr>
        <p:pic>
          <p:nvPicPr>
            <p:cNvPr id="127" name="Google Shape;127;p17"/>
            <p:cNvPicPr preferRelativeResize="0"/>
            <p:nvPr/>
          </p:nvPicPr>
          <p:blipFill>
            <a:blip r:embed="rId2">
              <a:alphaModFix amt="33000"/>
            </a:blip>
            <a:stretch>
              <a:fillRect/>
            </a:stretch>
          </p:blipFill>
          <p:spPr>
            <a:xfrm>
              <a:off x="0" y="2381"/>
              <a:ext cx="9144000" cy="51387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" name="Google Shape;128;p17"/>
            <p:cNvSpPr/>
            <p:nvPr/>
          </p:nvSpPr>
          <p:spPr>
            <a:xfrm flipH="1">
              <a:off x="-37800" y="-37350"/>
              <a:ext cx="9219600" cy="5218200"/>
            </a:xfrm>
            <a:prstGeom prst="rect">
              <a:avLst/>
            </a:prstGeom>
            <a:gradFill>
              <a:gsLst>
                <a:gs pos="0">
                  <a:srgbClr val="187498">
                    <a:alpha val="6666"/>
                  </a:srgbClr>
                </a:gs>
                <a:gs pos="50000">
                  <a:srgbClr val="187498">
                    <a:alpha val="6666"/>
                  </a:srgbClr>
                </a:gs>
                <a:gs pos="100000">
                  <a:srgbClr val="F9D923">
                    <a:alpha val="745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129;p17"/>
          <p:cNvSpPr/>
          <p:nvPr/>
        </p:nvSpPr>
        <p:spPr>
          <a:xfrm rot="10800000" flipH="1">
            <a:off x="-2596975" y="1112400"/>
            <a:ext cx="6368100" cy="6368100"/>
          </a:xfrm>
          <a:prstGeom prst="ellipse">
            <a:avLst/>
          </a:prstGeom>
          <a:gradFill>
            <a:gsLst>
              <a:gs pos="0">
                <a:srgbClr val="187498">
                  <a:alpha val="1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title"/>
          </p:nvPr>
        </p:nvSpPr>
        <p:spPr>
          <a:xfrm>
            <a:off x="730825" y="535650"/>
            <a:ext cx="7682400" cy="4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subTitle" idx="1"/>
          </p:nvPr>
        </p:nvSpPr>
        <p:spPr>
          <a:xfrm>
            <a:off x="714175" y="3040575"/>
            <a:ext cx="2225400" cy="75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17"/>
          <p:cNvSpPr txBox="1">
            <a:spLocks noGrp="1"/>
          </p:cNvSpPr>
          <p:nvPr>
            <p:ph type="subTitle" idx="2"/>
          </p:nvPr>
        </p:nvSpPr>
        <p:spPr>
          <a:xfrm>
            <a:off x="714175" y="2674661"/>
            <a:ext cx="2225400" cy="32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subTitle" idx="3"/>
          </p:nvPr>
        </p:nvSpPr>
        <p:spPr>
          <a:xfrm>
            <a:off x="3459325" y="3040575"/>
            <a:ext cx="2225400" cy="75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17"/>
          <p:cNvSpPr txBox="1">
            <a:spLocks noGrp="1"/>
          </p:cNvSpPr>
          <p:nvPr>
            <p:ph type="subTitle" idx="4"/>
          </p:nvPr>
        </p:nvSpPr>
        <p:spPr>
          <a:xfrm>
            <a:off x="3459325" y="2674661"/>
            <a:ext cx="2225400" cy="32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subTitle" idx="5"/>
          </p:nvPr>
        </p:nvSpPr>
        <p:spPr>
          <a:xfrm>
            <a:off x="6204475" y="3040575"/>
            <a:ext cx="2225400" cy="75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17"/>
          <p:cNvSpPr txBox="1">
            <a:spLocks noGrp="1"/>
          </p:cNvSpPr>
          <p:nvPr>
            <p:ph type="subTitle" idx="6"/>
          </p:nvPr>
        </p:nvSpPr>
        <p:spPr>
          <a:xfrm>
            <a:off x="6204475" y="2674661"/>
            <a:ext cx="2225400" cy="32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37" name="Google Shape;137;p17"/>
          <p:cNvSpPr/>
          <p:nvPr/>
        </p:nvSpPr>
        <p:spPr>
          <a:xfrm rot="10800000" flipH="1">
            <a:off x="7160300" y="-1502850"/>
            <a:ext cx="3603600" cy="3603600"/>
          </a:xfrm>
          <a:prstGeom prst="ellipse">
            <a:avLst/>
          </a:prstGeom>
          <a:gradFill>
            <a:gsLst>
              <a:gs pos="0">
                <a:schemeClr val="lt1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4_1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9" name="Google Shape;139;p18"/>
          <p:cNvGrpSpPr/>
          <p:nvPr/>
        </p:nvGrpSpPr>
        <p:grpSpPr>
          <a:xfrm rot="10800000" flipH="1">
            <a:off x="-37800" y="-37350"/>
            <a:ext cx="9219600" cy="5218200"/>
            <a:chOff x="-37800" y="-37350"/>
            <a:chExt cx="9219600" cy="5218200"/>
          </a:xfrm>
        </p:grpSpPr>
        <p:pic>
          <p:nvPicPr>
            <p:cNvPr id="140" name="Google Shape;140;p18"/>
            <p:cNvPicPr preferRelativeResize="0"/>
            <p:nvPr/>
          </p:nvPicPr>
          <p:blipFill>
            <a:blip r:embed="rId2">
              <a:alphaModFix amt="33000"/>
            </a:blip>
            <a:stretch>
              <a:fillRect/>
            </a:stretch>
          </p:blipFill>
          <p:spPr>
            <a:xfrm>
              <a:off x="0" y="2381"/>
              <a:ext cx="9144000" cy="51387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8"/>
            <p:cNvSpPr/>
            <p:nvPr/>
          </p:nvSpPr>
          <p:spPr>
            <a:xfrm flipH="1">
              <a:off x="-37800" y="-37350"/>
              <a:ext cx="9219600" cy="5218200"/>
            </a:xfrm>
            <a:prstGeom prst="rect">
              <a:avLst/>
            </a:prstGeom>
            <a:gradFill>
              <a:gsLst>
                <a:gs pos="0">
                  <a:srgbClr val="187498">
                    <a:alpha val="6666"/>
                  </a:srgbClr>
                </a:gs>
                <a:gs pos="50000">
                  <a:srgbClr val="187498">
                    <a:alpha val="6666"/>
                  </a:srgbClr>
                </a:gs>
                <a:gs pos="100000">
                  <a:srgbClr val="F9D923">
                    <a:alpha val="745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2" name="Google Shape;142;p18"/>
          <p:cNvSpPr txBox="1">
            <a:spLocks noGrp="1"/>
          </p:cNvSpPr>
          <p:nvPr>
            <p:ph type="title"/>
          </p:nvPr>
        </p:nvSpPr>
        <p:spPr>
          <a:xfrm>
            <a:off x="730825" y="535650"/>
            <a:ext cx="7682400" cy="4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18"/>
          <p:cNvSpPr txBox="1">
            <a:spLocks noGrp="1"/>
          </p:cNvSpPr>
          <p:nvPr>
            <p:ph type="subTitle" idx="1"/>
          </p:nvPr>
        </p:nvSpPr>
        <p:spPr>
          <a:xfrm>
            <a:off x="1732483" y="2104650"/>
            <a:ext cx="2615100" cy="4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4" name="Google Shape;144;p18"/>
          <p:cNvSpPr txBox="1">
            <a:spLocks noGrp="1"/>
          </p:cNvSpPr>
          <p:nvPr>
            <p:ph type="subTitle" idx="2"/>
          </p:nvPr>
        </p:nvSpPr>
        <p:spPr>
          <a:xfrm>
            <a:off x="1732483" y="1713300"/>
            <a:ext cx="2615100" cy="34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18"/>
          <p:cNvSpPr txBox="1">
            <a:spLocks noGrp="1"/>
          </p:cNvSpPr>
          <p:nvPr>
            <p:ph type="subTitle" idx="3"/>
          </p:nvPr>
        </p:nvSpPr>
        <p:spPr>
          <a:xfrm>
            <a:off x="1732483" y="3416300"/>
            <a:ext cx="2615100" cy="4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6" name="Google Shape;146;p18"/>
          <p:cNvSpPr txBox="1">
            <a:spLocks noGrp="1"/>
          </p:cNvSpPr>
          <p:nvPr>
            <p:ph type="subTitle" idx="4"/>
          </p:nvPr>
        </p:nvSpPr>
        <p:spPr>
          <a:xfrm>
            <a:off x="1732483" y="3024950"/>
            <a:ext cx="2615100" cy="34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18"/>
          <p:cNvSpPr txBox="1">
            <a:spLocks noGrp="1"/>
          </p:cNvSpPr>
          <p:nvPr>
            <p:ph type="subTitle" idx="5"/>
          </p:nvPr>
        </p:nvSpPr>
        <p:spPr>
          <a:xfrm>
            <a:off x="5813024" y="2104650"/>
            <a:ext cx="2615100" cy="4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18"/>
          <p:cNvSpPr txBox="1">
            <a:spLocks noGrp="1"/>
          </p:cNvSpPr>
          <p:nvPr>
            <p:ph type="subTitle" idx="6"/>
          </p:nvPr>
        </p:nvSpPr>
        <p:spPr>
          <a:xfrm>
            <a:off x="5813024" y="1713300"/>
            <a:ext cx="2615100" cy="34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18"/>
          <p:cNvSpPr txBox="1">
            <a:spLocks noGrp="1"/>
          </p:cNvSpPr>
          <p:nvPr>
            <p:ph type="subTitle" idx="7"/>
          </p:nvPr>
        </p:nvSpPr>
        <p:spPr>
          <a:xfrm>
            <a:off x="5813024" y="3416300"/>
            <a:ext cx="2615100" cy="4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18"/>
          <p:cNvSpPr txBox="1">
            <a:spLocks noGrp="1"/>
          </p:cNvSpPr>
          <p:nvPr>
            <p:ph type="subTitle" idx="8"/>
          </p:nvPr>
        </p:nvSpPr>
        <p:spPr>
          <a:xfrm>
            <a:off x="5813024" y="3024950"/>
            <a:ext cx="2615100" cy="34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-2596975" y="-2521300"/>
            <a:ext cx="6368100" cy="6368100"/>
          </a:xfrm>
          <a:prstGeom prst="ellipse">
            <a:avLst/>
          </a:prstGeom>
          <a:gradFill>
            <a:gsLst>
              <a:gs pos="0">
                <a:srgbClr val="187498">
                  <a:alpha val="1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7366800" y="3236650"/>
            <a:ext cx="3603600" cy="3603600"/>
          </a:xfrm>
          <a:prstGeom prst="ellipse">
            <a:avLst/>
          </a:prstGeom>
          <a:gradFill>
            <a:gsLst>
              <a:gs pos="0">
                <a:schemeClr val="lt1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5"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3" name="Google Shape;173;p20"/>
          <p:cNvGrpSpPr/>
          <p:nvPr/>
        </p:nvGrpSpPr>
        <p:grpSpPr>
          <a:xfrm>
            <a:off x="-37800" y="-37350"/>
            <a:ext cx="9219600" cy="5218200"/>
            <a:chOff x="-37800" y="-37350"/>
            <a:chExt cx="9219600" cy="5218200"/>
          </a:xfrm>
        </p:grpSpPr>
        <p:pic>
          <p:nvPicPr>
            <p:cNvPr id="174" name="Google Shape;174;p20"/>
            <p:cNvPicPr preferRelativeResize="0"/>
            <p:nvPr/>
          </p:nvPicPr>
          <p:blipFill>
            <a:blip r:embed="rId2">
              <a:alphaModFix amt="33000"/>
            </a:blip>
            <a:stretch>
              <a:fillRect/>
            </a:stretch>
          </p:blipFill>
          <p:spPr>
            <a:xfrm>
              <a:off x="0" y="2381"/>
              <a:ext cx="9144000" cy="51387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20"/>
            <p:cNvSpPr/>
            <p:nvPr/>
          </p:nvSpPr>
          <p:spPr>
            <a:xfrm flipH="1">
              <a:off x="-37800" y="-37350"/>
              <a:ext cx="9219600" cy="5218200"/>
            </a:xfrm>
            <a:prstGeom prst="rect">
              <a:avLst/>
            </a:prstGeom>
            <a:gradFill>
              <a:gsLst>
                <a:gs pos="0">
                  <a:srgbClr val="187498">
                    <a:alpha val="6666"/>
                  </a:srgbClr>
                </a:gs>
                <a:gs pos="50000">
                  <a:srgbClr val="187498">
                    <a:alpha val="6666"/>
                  </a:srgbClr>
                </a:gs>
                <a:gs pos="100000">
                  <a:srgbClr val="F9D923">
                    <a:alpha val="745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730825" y="535650"/>
            <a:ext cx="7682400" cy="4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body" idx="1"/>
          </p:nvPr>
        </p:nvSpPr>
        <p:spPr>
          <a:xfrm>
            <a:off x="1278450" y="1694775"/>
            <a:ext cx="6587100" cy="222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●"/>
              <a:defRPr/>
            </a:lvl1pPr>
            <a:lvl2pPr marL="914400" lvl="1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"/>
              <a:buChar char="○"/>
              <a:defRPr/>
            </a:lvl2pPr>
            <a:lvl3pPr marL="1371600" lvl="2" indent="-330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"/>
              <a:buChar char="■"/>
              <a:defRPr/>
            </a:lvl3pPr>
            <a:lvl4pPr marL="1828800" lvl="3" indent="-330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"/>
              <a:buChar char="●"/>
              <a:defRPr/>
            </a:lvl4pPr>
            <a:lvl5pPr marL="2286000" lvl="4" indent="-330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"/>
              <a:buChar char="○"/>
              <a:defRPr/>
            </a:lvl5pPr>
            <a:lvl6pPr marL="2743200" lvl="5" indent="-330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"/>
              <a:buChar char="■"/>
              <a:defRPr/>
            </a:lvl6pPr>
            <a:lvl7pPr marL="3200400" lvl="6" indent="-330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"/>
              <a:buChar char="●"/>
              <a:defRPr/>
            </a:lvl7pPr>
            <a:lvl8pPr marL="3657600" lvl="7" indent="-330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"/>
              <a:buChar char="○"/>
              <a:defRPr/>
            </a:lvl8pPr>
            <a:lvl9pPr marL="4114800" lvl="8" indent="-330200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"/>
              <a:buChar char="■"/>
              <a:defRPr/>
            </a:lvl9pPr>
          </a:lstStyle>
          <a:p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7088775" y="-1619375"/>
            <a:ext cx="3603600" cy="3603600"/>
          </a:xfrm>
          <a:prstGeom prst="ellipse">
            <a:avLst/>
          </a:prstGeom>
          <a:gradFill>
            <a:gsLst>
              <a:gs pos="0">
                <a:schemeClr val="lt1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0"/>
          <p:cNvSpPr/>
          <p:nvPr/>
        </p:nvSpPr>
        <p:spPr>
          <a:xfrm>
            <a:off x="-2819400" y="1984225"/>
            <a:ext cx="6368100" cy="6368100"/>
          </a:xfrm>
          <a:prstGeom prst="ellipse">
            <a:avLst/>
          </a:prstGeom>
          <a:gradFill>
            <a:gsLst>
              <a:gs pos="0">
                <a:srgbClr val="187498">
                  <a:alpha val="47450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6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8" name="Google Shape;198;p23"/>
          <p:cNvGrpSpPr/>
          <p:nvPr/>
        </p:nvGrpSpPr>
        <p:grpSpPr>
          <a:xfrm>
            <a:off x="-37800" y="-37350"/>
            <a:ext cx="9219600" cy="5218200"/>
            <a:chOff x="-37800" y="-37350"/>
            <a:chExt cx="9219600" cy="5218200"/>
          </a:xfrm>
        </p:grpSpPr>
        <p:pic>
          <p:nvPicPr>
            <p:cNvPr id="199" name="Google Shape;199;p23"/>
            <p:cNvPicPr preferRelativeResize="0"/>
            <p:nvPr/>
          </p:nvPicPr>
          <p:blipFill>
            <a:blip r:embed="rId2">
              <a:alphaModFix amt="33000"/>
            </a:blip>
            <a:stretch>
              <a:fillRect/>
            </a:stretch>
          </p:blipFill>
          <p:spPr>
            <a:xfrm>
              <a:off x="0" y="2381"/>
              <a:ext cx="9144000" cy="51387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0" name="Google Shape;200;p23"/>
            <p:cNvSpPr/>
            <p:nvPr/>
          </p:nvSpPr>
          <p:spPr>
            <a:xfrm flipH="1">
              <a:off x="-37800" y="-37350"/>
              <a:ext cx="9219600" cy="5218200"/>
            </a:xfrm>
            <a:prstGeom prst="rect">
              <a:avLst/>
            </a:prstGeom>
            <a:gradFill>
              <a:gsLst>
                <a:gs pos="0">
                  <a:srgbClr val="187498">
                    <a:alpha val="6666"/>
                  </a:srgbClr>
                </a:gs>
                <a:gs pos="50000">
                  <a:srgbClr val="187498">
                    <a:alpha val="6666"/>
                  </a:srgbClr>
                </a:gs>
                <a:gs pos="100000">
                  <a:srgbClr val="F9D923">
                    <a:alpha val="745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1" name="Google Shape;201;p23"/>
          <p:cNvSpPr/>
          <p:nvPr/>
        </p:nvSpPr>
        <p:spPr>
          <a:xfrm rot="10800000" flipH="1">
            <a:off x="-2596975" y="1112400"/>
            <a:ext cx="6368100" cy="6368100"/>
          </a:xfrm>
          <a:prstGeom prst="ellipse">
            <a:avLst/>
          </a:prstGeom>
          <a:gradFill>
            <a:gsLst>
              <a:gs pos="0">
                <a:srgbClr val="187498">
                  <a:alpha val="1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3"/>
          <p:cNvSpPr/>
          <p:nvPr/>
        </p:nvSpPr>
        <p:spPr>
          <a:xfrm rot="10800000" flipH="1">
            <a:off x="7160300" y="-1502850"/>
            <a:ext cx="3603600" cy="3603600"/>
          </a:xfrm>
          <a:prstGeom prst="ellipse">
            <a:avLst/>
          </a:prstGeom>
          <a:gradFill>
            <a:gsLst>
              <a:gs pos="0">
                <a:schemeClr val="lt1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6_1"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" name="Google Shape;204;p24"/>
          <p:cNvGrpSpPr/>
          <p:nvPr/>
        </p:nvGrpSpPr>
        <p:grpSpPr>
          <a:xfrm rot="10800000">
            <a:off x="-37800" y="-37350"/>
            <a:ext cx="9219600" cy="5218200"/>
            <a:chOff x="-37800" y="-37350"/>
            <a:chExt cx="9219600" cy="5218200"/>
          </a:xfrm>
        </p:grpSpPr>
        <p:pic>
          <p:nvPicPr>
            <p:cNvPr id="205" name="Google Shape;205;p24"/>
            <p:cNvPicPr preferRelativeResize="0"/>
            <p:nvPr/>
          </p:nvPicPr>
          <p:blipFill>
            <a:blip r:embed="rId2">
              <a:alphaModFix amt="33000"/>
            </a:blip>
            <a:stretch>
              <a:fillRect/>
            </a:stretch>
          </p:blipFill>
          <p:spPr>
            <a:xfrm>
              <a:off x="0" y="2381"/>
              <a:ext cx="9144000" cy="51387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6" name="Google Shape;206;p24"/>
            <p:cNvSpPr/>
            <p:nvPr/>
          </p:nvSpPr>
          <p:spPr>
            <a:xfrm flipH="1">
              <a:off x="-37800" y="-37350"/>
              <a:ext cx="9219600" cy="5218200"/>
            </a:xfrm>
            <a:prstGeom prst="rect">
              <a:avLst/>
            </a:prstGeom>
            <a:gradFill>
              <a:gsLst>
                <a:gs pos="0">
                  <a:srgbClr val="187498">
                    <a:alpha val="6666"/>
                  </a:srgbClr>
                </a:gs>
                <a:gs pos="50000">
                  <a:srgbClr val="187498">
                    <a:alpha val="6666"/>
                  </a:srgbClr>
                </a:gs>
                <a:gs pos="100000">
                  <a:srgbClr val="F9D923">
                    <a:alpha val="7450"/>
                  </a:srgbClr>
                </a:gs>
              </a:gsLst>
              <a:lin ang="1350003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7" name="Google Shape;207;p24"/>
          <p:cNvSpPr/>
          <p:nvPr/>
        </p:nvSpPr>
        <p:spPr>
          <a:xfrm flipH="1">
            <a:off x="4722800" y="-2648400"/>
            <a:ext cx="6368100" cy="6368100"/>
          </a:xfrm>
          <a:prstGeom prst="ellipse">
            <a:avLst/>
          </a:prstGeom>
          <a:gradFill>
            <a:gsLst>
              <a:gs pos="0">
                <a:srgbClr val="187498">
                  <a:alpha val="19215"/>
                </a:srgbClr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4"/>
          <p:cNvSpPr/>
          <p:nvPr/>
        </p:nvSpPr>
        <p:spPr>
          <a:xfrm flipH="1">
            <a:off x="-2052675" y="3193250"/>
            <a:ext cx="3603600" cy="3603600"/>
          </a:xfrm>
          <a:prstGeom prst="ellipse">
            <a:avLst/>
          </a:prstGeom>
          <a:gradFill>
            <a:gsLst>
              <a:gs pos="0">
                <a:schemeClr val="lt1"/>
              </a:gs>
              <a:gs pos="50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4175" y="535650"/>
            <a:ext cx="77157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Jost SemiBold"/>
              <a:buNone/>
              <a:defRPr sz="3000">
                <a:solidFill>
                  <a:schemeClr val="accent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Jost"/>
              <a:buNone/>
              <a:defRPr sz="2800" b="1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Jost"/>
              <a:buNone/>
              <a:defRPr sz="2800" b="1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Jost"/>
              <a:buNone/>
              <a:defRPr sz="2800" b="1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Jost"/>
              <a:buNone/>
              <a:defRPr sz="2800" b="1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Jost"/>
              <a:buNone/>
              <a:defRPr sz="2800" b="1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Jost"/>
              <a:buNone/>
              <a:defRPr sz="2800" b="1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Jost"/>
              <a:buNone/>
              <a:defRPr sz="2800" b="1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Jost"/>
              <a:buNone/>
              <a:defRPr sz="2800" b="1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4175" y="1152475"/>
            <a:ext cx="7715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Jost"/>
              <a:buChar char="●"/>
              <a:defRPr sz="1600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Jost"/>
              <a:buChar char="○"/>
              <a:defRPr sz="1600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Jost"/>
              <a:buChar char="■"/>
              <a:defRPr sz="1600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Jost"/>
              <a:buChar char="●"/>
              <a:defRPr sz="1600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Jost"/>
              <a:buChar char="○"/>
              <a:defRPr sz="1600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Jost"/>
              <a:buChar char="■"/>
              <a:defRPr sz="1600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Jost"/>
              <a:buChar char="●"/>
              <a:defRPr sz="1600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Jost"/>
              <a:buChar char="○"/>
              <a:defRPr sz="1600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Jost"/>
              <a:buChar char="■"/>
              <a:defRPr sz="1600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2" r:id="rId4"/>
    <p:sldLayoutId id="2147483655" r:id="rId5"/>
    <p:sldLayoutId id="2147483658" r:id="rId6"/>
    <p:sldLayoutId id="2147483659" r:id="rId7"/>
    <p:sldLayoutId id="2147483663" r:id="rId8"/>
    <p:sldLayoutId id="2147483664" r:id="rId9"/>
    <p:sldLayoutId id="2147483666" r:id="rId10"/>
    <p:sldLayoutId id="2147483669" r:id="rId11"/>
    <p:sldLayoutId id="214748367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9" name="Google Shape;219;p28"/>
          <p:cNvGrpSpPr/>
          <p:nvPr/>
        </p:nvGrpSpPr>
        <p:grpSpPr>
          <a:xfrm rot="906714">
            <a:off x="6889497" y="1214090"/>
            <a:ext cx="1149878" cy="1149878"/>
            <a:chOff x="6755990" y="1374375"/>
            <a:chExt cx="1149900" cy="1149900"/>
          </a:xfrm>
        </p:grpSpPr>
        <p:sp>
          <p:nvSpPr>
            <p:cNvPr id="220" name="Google Shape;220;p28"/>
            <p:cNvSpPr/>
            <p:nvPr/>
          </p:nvSpPr>
          <p:spPr>
            <a:xfrm>
              <a:off x="6755990" y="1374375"/>
              <a:ext cx="1149900" cy="1149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28"/>
            <p:cNvSpPr/>
            <p:nvPr/>
          </p:nvSpPr>
          <p:spPr>
            <a:xfrm>
              <a:off x="7020275" y="1661900"/>
              <a:ext cx="621322" cy="574842"/>
            </a:xfrm>
            <a:custGeom>
              <a:avLst/>
              <a:gdLst/>
              <a:ahLst/>
              <a:cxnLst/>
              <a:rect l="l" t="t" r="r" b="b"/>
              <a:pathLst>
                <a:path w="19383" h="17933" extrusionOk="0">
                  <a:moveTo>
                    <a:pt x="7201" y="1056"/>
                  </a:moveTo>
                  <a:cubicBezTo>
                    <a:pt x="8155" y="1056"/>
                    <a:pt x="9123" y="1463"/>
                    <a:pt x="9820" y="2374"/>
                  </a:cubicBezTo>
                  <a:cubicBezTo>
                    <a:pt x="9733" y="2444"/>
                    <a:pt x="9645" y="2514"/>
                    <a:pt x="9575" y="2601"/>
                  </a:cubicBezTo>
                  <a:cubicBezTo>
                    <a:pt x="9199" y="2977"/>
                    <a:pt x="9545" y="3497"/>
                    <a:pt x="9947" y="3497"/>
                  </a:cubicBezTo>
                  <a:cubicBezTo>
                    <a:pt x="10069" y="3497"/>
                    <a:pt x="10196" y="3449"/>
                    <a:pt x="10309" y="3335"/>
                  </a:cubicBezTo>
                  <a:cubicBezTo>
                    <a:pt x="10467" y="3195"/>
                    <a:pt x="10624" y="3056"/>
                    <a:pt x="10816" y="2951"/>
                  </a:cubicBezTo>
                  <a:cubicBezTo>
                    <a:pt x="11329" y="2615"/>
                    <a:pt x="11885" y="2463"/>
                    <a:pt x="12426" y="2463"/>
                  </a:cubicBezTo>
                  <a:cubicBezTo>
                    <a:pt x="13969" y="2463"/>
                    <a:pt x="15396" y="3699"/>
                    <a:pt x="15396" y="5433"/>
                  </a:cubicBezTo>
                  <a:cubicBezTo>
                    <a:pt x="15396" y="5643"/>
                    <a:pt x="15379" y="5835"/>
                    <a:pt x="15344" y="6045"/>
                  </a:cubicBezTo>
                  <a:cubicBezTo>
                    <a:pt x="15278" y="6377"/>
                    <a:pt x="15542" y="6677"/>
                    <a:pt x="15868" y="6677"/>
                  </a:cubicBezTo>
                  <a:cubicBezTo>
                    <a:pt x="15885" y="6677"/>
                    <a:pt x="15903" y="6676"/>
                    <a:pt x="15921" y="6674"/>
                  </a:cubicBezTo>
                  <a:cubicBezTo>
                    <a:pt x="17180" y="6674"/>
                    <a:pt x="18211" y="7688"/>
                    <a:pt x="18211" y="8947"/>
                  </a:cubicBezTo>
                  <a:cubicBezTo>
                    <a:pt x="18211" y="10205"/>
                    <a:pt x="17180" y="11219"/>
                    <a:pt x="15921" y="11219"/>
                  </a:cubicBezTo>
                  <a:lnTo>
                    <a:pt x="5082" y="11219"/>
                  </a:lnTo>
                  <a:cubicBezTo>
                    <a:pt x="2618" y="11219"/>
                    <a:pt x="1499" y="8160"/>
                    <a:pt x="3387" y="6587"/>
                  </a:cubicBezTo>
                  <a:lnTo>
                    <a:pt x="3387" y="6587"/>
                  </a:lnTo>
                  <a:cubicBezTo>
                    <a:pt x="3579" y="6919"/>
                    <a:pt x="3806" y="7216"/>
                    <a:pt x="4086" y="7478"/>
                  </a:cubicBezTo>
                  <a:cubicBezTo>
                    <a:pt x="4201" y="7597"/>
                    <a:pt x="4329" y="7647"/>
                    <a:pt x="4452" y="7647"/>
                  </a:cubicBezTo>
                  <a:cubicBezTo>
                    <a:pt x="4853" y="7647"/>
                    <a:pt x="5195" y="7119"/>
                    <a:pt x="4820" y="6744"/>
                  </a:cubicBezTo>
                  <a:cubicBezTo>
                    <a:pt x="4506" y="6412"/>
                    <a:pt x="4261" y="6045"/>
                    <a:pt x="4086" y="5625"/>
                  </a:cubicBezTo>
                  <a:cubicBezTo>
                    <a:pt x="3929" y="5223"/>
                    <a:pt x="3841" y="4804"/>
                    <a:pt x="3841" y="4402"/>
                  </a:cubicBezTo>
                  <a:cubicBezTo>
                    <a:pt x="3841" y="2352"/>
                    <a:pt x="5499" y="1056"/>
                    <a:pt x="7201" y="1056"/>
                  </a:cubicBezTo>
                  <a:close/>
                  <a:moveTo>
                    <a:pt x="10331" y="14785"/>
                  </a:moveTo>
                  <a:cubicBezTo>
                    <a:pt x="10598" y="14785"/>
                    <a:pt x="10851" y="14992"/>
                    <a:pt x="10851" y="15310"/>
                  </a:cubicBezTo>
                  <a:cubicBezTo>
                    <a:pt x="10851" y="15607"/>
                    <a:pt x="10624" y="15834"/>
                    <a:pt x="10327" y="15834"/>
                  </a:cubicBezTo>
                  <a:cubicBezTo>
                    <a:pt x="9855" y="15834"/>
                    <a:pt x="9628" y="15275"/>
                    <a:pt x="9960" y="14943"/>
                  </a:cubicBezTo>
                  <a:cubicBezTo>
                    <a:pt x="10068" y="14834"/>
                    <a:pt x="10201" y="14785"/>
                    <a:pt x="10331" y="14785"/>
                  </a:cubicBezTo>
                  <a:close/>
                  <a:moveTo>
                    <a:pt x="5428" y="15834"/>
                  </a:moveTo>
                  <a:cubicBezTo>
                    <a:pt x="5695" y="15834"/>
                    <a:pt x="5957" y="16041"/>
                    <a:pt x="5957" y="16359"/>
                  </a:cubicBezTo>
                  <a:cubicBezTo>
                    <a:pt x="5957" y="16656"/>
                    <a:pt x="5712" y="16883"/>
                    <a:pt x="5432" y="16883"/>
                  </a:cubicBezTo>
                  <a:cubicBezTo>
                    <a:pt x="4960" y="16883"/>
                    <a:pt x="4733" y="16324"/>
                    <a:pt x="5065" y="15992"/>
                  </a:cubicBezTo>
                  <a:cubicBezTo>
                    <a:pt x="5168" y="15883"/>
                    <a:pt x="5299" y="15834"/>
                    <a:pt x="5428" y="15834"/>
                  </a:cubicBezTo>
                  <a:close/>
                  <a:moveTo>
                    <a:pt x="15226" y="15834"/>
                  </a:moveTo>
                  <a:cubicBezTo>
                    <a:pt x="15493" y="15834"/>
                    <a:pt x="15746" y="16041"/>
                    <a:pt x="15746" y="16359"/>
                  </a:cubicBezTo>
                  <a:cubicBezTo>
                    <a:pt x="15746" y="16656"/>
                    <a:pt x="15519" y="16883"/>
                    <a:pt x="15222" y="16883"/>
                  </a:cubicBezTo>
                  <a:cubicBezTo>
                    <a:pt x="14767" y="16883"/>
                    <a:pt x="14522" y="16324"/>
                    <a:pt x="14855" y="15992"/>
                  </a:cubicBezTo>
                  <a:cubicBezTo>
                    <a:pt x="14963" y="15883"/>
                    <a:pt x="15096" y="15834"/>
                    <a:pt x="15226" y="15834"/>
                  </a:cubicBezTo>
                  <a:close/>
                  <a:moveTo>
                    <a:pt x="7206" y="1"/>
                  </a:moveTo>
                  <a:cubicBezTo>
                    <a:pt x="4969" y="1"/>
                    <a:pt x="2781" y="1694"/>
                    <a:pt x="2792" y="4384"/>
                  </a:cubicBezTo>
                  <a:cubicBezTo>
                    <a:pt x="2792" y="4786"/>
                    <a:pt x="2845" y="5188"/>
                    <a:pt x="2950" y="5590"/>
                  </a:cubicBezTo>
                  <a:cubicBezTo>
                    <a:pt x="1" y="7632"/>
                    <a:pt x="1458" y="12268"/>
                    <a:pt x="5062" y="12268"/>
                  </a:cubicBezTo>
                  <a:cubicBezTo>
                    <a:pt x="5069" y="12268"/>
                    <a:pt x="5076" y="12268"/>
                    <a:pt x="5082" y="12268"/>
                  </a:cubicBezTo>
                  <a:lnTo>
                    <a:pt x="5957" y="12268"/>
                  </a:lnTo>
                  <a:lnTo>
                    <a:pt x="5957" y="12915"/>
                  </a:lnTo>
                  <a:lnTo>
                    <a:pt x="5135" y="13474"/>
                  </a:lnTo>
                  <a:cubicBezTo>
                    <a:pt x="4995" y="13562"/>
                    <a:pt x="4908" y="13719"/>
                    <a:pt x="4908" y="13911"/>
                  </a:cubicBezTo>
                  <a:lnTo>
                    <a:pt x="4908" y="14873"/>
                  </a:lnTo>
                  <a:cubicBezTo>
                    <a:pt x="3229" y="15467"/>
                    <a:pt x="3649" y="17932"/>
                    <a:pt x="5415" y="17932"/>
                  </a:cubicBezTo>
                  <a:cubicBezTo>
                    <a:pt x="7198" y="17932"/>
                    <a:pt x="7617" y="15467"/>
                    <a:pt x="5939" y="14873"/>
                  </a:cubicBezTo>
                  <a:lnTo>
                    <a:pt x="5939" y="14191"/>
                  </a:lnTo>
                  <a:lnTo>
                    <a:pt x="6761" y="13649"/>
                  </a:lnTo>
                  <a:cubicBezTo>
                    <a:pt x="6918" y="13544"/>
                    <a:pt x="7005" y="13387"/>
                    <a:pt x="7005" y="13212"/>
                  </a:cubicBezTo>
                  <a:lnTo>
                    <a:pt x="7005" y="12251"/>
                  </a:lnTo>
                  <a:lnTo>
                    <a:pt x="9802" y="12251"/>
                  </a:lnTo>
                  <a:lnTo>
                    <a:pt x="9802" y="13824"/>
                  </a:lnTo>
                  <a:cubicBezTo>
                    <a:pt x="8124" y="14401"/>
                    <a:pt x="8544" y="16883"/>
                    <a:pt x="10309" y="16883"/>
                  </a:cubicBezTo>
                  <a:cubicBezTo>
                    <a:pt x="12093" y="16883"/>
                    <a:pt x="12512" y="14401"/>
                    <a:pt x="10851" y="13824"/>
                  </a:cubicBezTo>
                  <a:lnTo>
                    <a:pt x="10851" y="12251"/>
                  </a:lnTo>
                  <a:lnTo>
                    <a:pt x="13648" y="12251"/>
                  </a:lnTo>
                  <a:lnTo>
                    <a:pt x="13648" y="13212"/>
                  </a:lnTo>
                  <a:cubicBezTo>
                    <a:pt x="13648" y="13387"/>
                    <a:pt x="13736" y="13544"/>
                    <a:pt x="13876" y="13649"/>
                  </a:cubicBezTo>
                  <a:lnTo>
                    <a:pt x="14697" y="14191"/>
                  </a:lnTo>
                  <a:lnTo>
                    <a:pt x="14697" y="14873"/>
                  </a:lnTo>
                  <a:cubicBezTo>
                    <a:pt x="13019" y="15467"/>
                    <a:pt x="13456" y="17932"/>
                    <a:pt x="15222" y="17932"/>
                  </a:cubicBezTo>
                  <a:cubicBezTo>
                    <a:pt x="16987" y="17932"/>
                    <a:pt x="17407" y="15467"/>
                    <a:pt x="15746" y="14873"/>
                  </a:cubicBezTo>
                  <a:lnTo>
                    <a:pt x="15746" y="13911"/>
                  </a:lnTo>
                  <a:cubicBezTo>
                    <a:pt x="15746" y="13719"/>
                    <a:pt x="15659" y="13562"/>
                    <a:pt x="15501" y="13474"/>
                  </a:cubicBezTo>
                  <a:lnTo>
                    <a:pt x="14697" y="12915"/>
                  </a:lnTo>
                  <a:lnTo>
                    <a:pt x="14697" y="12268"/>
                  </a:lnTo>
                  <a:lnTo>
                    <a:pt x="15921" y="12268"/>
                  </a:lnTo>
                  <a:cubicBezTo>
                    <a:pt x="17652" y="12268"/>
                    <a:pt x="19103" y="10940"/>
                    <a:pt x="19242" y="9209"/>
                  </a:cubicBezTo>
                  <a:cubicBezTo>
                    <a:pt x="19382" y="7478"/>
                    <a:pt x="18159" y="5922"/>
                    <a:pt x="16445" y="5660"/>
                  </a:cubicBezTo>
                  <a:lnTo>
                    <a:pt x="16445" y="5433"/>
                  </a:lnTo>
                  <a:cubicBezTo>
                    <a:pt x="16432" y="3105"/>
                    <a:pt x="14519" y="1407"/>
                    <a:pt x="12408" y="1407"/>
                  </a:cubicBezTo>
                  <a:cubicBezTo>
                    <a:pt x="11840" y="1407"/>
                    <a:pt x="11258" y="1530"/>
                    <a:pt x="10694" y="1797"/>
                  </a:cubicBezTo>
                  <a:cubicBezTo>
                    <a:pt x="9784" y="556"/>
                    <a:pt x="8487" y="1"/>
                    <a:pt x="720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2" name="Google Shape;222;p28"/>
          <p:cNvSpPr txBox="1">
            <a:spLocks noGrp="1"/>
          </p:cNvSpPr>
          <p:nvPr>
            <p:ph type="ctrTitle"/>
          </p:nvPr>
        </p:nvSpPr>
        <p:spPr>
          <a:xfrm>
            <a:off x="714175" y="969450"/>
            <a:ext cx="5928108" cy="2291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S3 Event Notifications Using an SNS Topic</a:t>
            </a:r>
            <a:endParaRPr lang="en-US" dirty="0"/>
          </a:p>
        </p:txBody>
      </p:sp>
      <p:sp>
        <p:nvSpPr>
          <p:cNvPr id="223" name="Google Shape;223;p28"/>
          <p:cNvSpPr txBox="1">
            <a:spLocks noGrp="1"/>
          </p:cNvSpPr>
          <p:nvPr>
            <p:ph type="subTitle" idx="1"/>
          </p:nvPr>
        </p:nvSpPr>
        <p:spPr>
          <a:xfrm rot="-59659">
            <a:off x="713873" y="3647833"/>
            <a:ext cx="5238189" cy="526872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/>
            <a:r>
              <a:rPr lang="en-US" dirty="0" smtClean="0"/>
              <a:t>- </a:t>
            </a:r>
            <a:r>
              <a:rPr lang="en-US" dirty="0" err="1" smtClean="0"/>
              <a:t>Yashaswi</a:t>
            </a:r>
            <a:r>
              <a:rPr lang="en-US" dirty="0" smtClean="0"/>
              <a:t> </a:t>
            </a:r>
            <a:r>
              <a:rPr lang="en-US" dirty="0" err="1" smtClean="0"/>
              <a:t>Tirole</a:t>
            </a:r>
            <a:r>
              <a:rPr lang="en-US" dirty="0" smtClean="0"/>
              <a:t> (27458)</a:t>
            </a:r>
            <a:endParaRPr dirty="0"/>
          </a:p>
        </p:txBody>
      </p:sp>
      <p:cxnSp>
        <p:nvCxnSpPr>
          <p:cNvPr id="224" name="Google Shape;224;p28"/>
          <p:cNvCxnSpPr/>
          <p:nvPr/>
        </p:nvCxnSpPr>
        <p:spPr>
          <a:xfrm>
            <a:off x="725550" y="3308300"/>
            <a:ext cx="2595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25" name="Google Shape;225;p28"/>
          <p:cNvGrpSpPr/>
          <p:nvPr/>
        </p:nvGrpSpPr>
        <p:grpSpPr>
          <a:xfrm rot="-762542">
            <a:off x="7723050" y="1879166"/>
            <a:ext cx="1149900" cy="1149900"/>
            <a:chOff x="7144390" y="2062575"/>
            <a:chExt cx="1149900" cy="1149900"/>
          </a:xfrm>
        </p:grpSpPr>
        <p:sp>
          <p:nvSpPr>
            <p:cNvPr id="226" name="Google Shape;226;p28"/>
            <p:cNvSpPr/>
            <p:nvPr/>
          </p:nvSpPr>
          <p:spPr>
            <a:xfrm>
              <a:off x="7144390" y="2062575"/>
              <a:ext cx="1149900" cy="1149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7" name="Google Shape;227;p28"/>
            <p:cNvGrpSpPr/>
            <p:nvPr/>
          </p:nvGrpSpPr>
          <p:grpSpPr>
            <a:xfrm>
              <a:off x="7393719" y="2342761"/>
              <a:ext cx="651289" cy="589792"/>
              <a:chOff x="988338" y="1930075"/>
              <a:chExt cx="494750" cy="448000"/>
            </a:xfrm>
          </p:grpSpPr>
          <p:sp>
            <p:nvSpPr>
              <p:cNvPr id="228" name="Google Shape;228;p28"/>
              <p:cNvSpPr/>
              <p:nvPr/>
            </p:nvSpPr>
            <p:spPr>
              <a:xfrm>
                <a:off x="988338" y="1930075"/>
                <a:ext cx="494750" cy="448000"/>
              </a:xfrm>
              <a:custGeom>
                <a:avLst/>
                <a:gdLst/>
                <a:ahLst/>
                <a:cxnLst/>
                <a:rect l="l" t="t" r="r" b="b"/>
                <a:pathLst>
                  <a:path w="19790" h="17920" extrusionOk="0">
                    <a:moveTo>
                      <a:pt x="7129" y="1042"/>
                    </a:moveTo>
                    <a:cubicBezTo>
                      <a:pt x="8081" y="1042"/>
                      <a:pt x="9046" y="1450"/>
                      <a:pt x="9738" y="2361"/>
                    </a:cubicBezTo>
                    <a:cubicBezTo>
                      <a:pt x="9651" y="2431"/>
                      <a:pt x="9581" y="2501"/>
                      <a:pt x="9493" y="2589"/>
                    </a:cubicBezTo>
                    <a:cubicBezTo>
                      <a:pt x="9167" y="2969"/>
                      <a:pt x="9496" y="3456"/>
                      <a:pt x="9897" y="3456"/>
                    </a:cubicBezTo>
                    <a:cubicBezTo>
                      <a:pt x="10012" y="3456"/>
                      <a:pt x="10132" y="3416"/>
                      <a:pt x="10245" y="3323"/>
                    </a:cubicBezTo>
                    <a:cubicBezTo>
                      <a:pt x="10385" y="3183"/>
                      <a:pt x="10560" y="3043"/>
                      <a:pt x="10734" y="2938"/>
                    </a:cubicBezTo>
                    <a:cubicBezTo>
                      <a:pt x="11250" y="2601"/>
                      <a:pt x="11808" y="2448"/>
                      <a:pt x="12352" y="2448"/>
                    </a:cubicBezTo>
                    <a:cubicBezTo>
                      <a:pt x="13892" y="2448"/>
                      <a:pt x="15315" y="3676"/>
                      <a:pt x="15315" y="5420"/>
                    </a:cubicBezTo>
                    <a:cubicBezTo>
                      <a:pt x="15315" y="5630"/>
                      <a:pt x="15297" y="5823"/>
                      <a:pt x="15262" y="6032"/>
                    </a:cubicBezTo>
                    <a:cubicBezTo>
                      <a:pt x="15196" y="6364"/>
                      <a:pt x="15460" y="6664"/>
                      <a:pt x="15786" y="6664"/>
                    </a:cubicBezTo>
                    <a:cubicBezTo>
                      <a:pt x="15803" y="6664"/>
                      <a:pt x="15821" y="6663"/>
                      <a:pt x="15839" y="6662"/>
                    </a:cubicBezTo>
                    <a:cubicBezTo>
                      <a:pt x="17098" y="6662"/>
                      <a:pt x="18129" y="7676"/>
                      <a:pt x="18129" y="8934"/>
                    </a:cubicBezTo>
                    <a:cubicBezTo>
                      <a:pt x="18129" y="10175"/>
                      <a:pt x="17098" y="11207"/>
                      <a:pt x="15839" y="11207"/>
                    </a:cubicBezTo>
                    <a:lnTo>
                      <a:pt x="15507" y="11207"/>
                    </a:lnTo>
                    <a:cubicBezTo>
                      <a:pt x="14912" y="8777"/>
                      <a:pt x="12727" y="7081"/>
                      <a:pt x="10245" y="7081"/>
                    </a:cubicBezTo>
                    <a:cubicBezTo>
                      <a:pt x="7745" y="7081"/>
                      <a:pt x="5560" y="8777"/>
                      <a:pt x="4966" y="11207"/>
                    </a:cubicBezTo>
                    <a:cubicBezTo>
                      <a:pt x="3532" y="11189"/>
                      <a:pt x="2361" y="10018"/>
                      <a:pt x="2378" y="8585"/>
                    </a:cubicBezTo>
                    <a:cubicBezTo>
                      <a:pt x="2378" y="7798"/>
                      <a:pt x="2710" y="7064"/>
                      <a:pt x="3305" y="6574"/>
                    </a:cubicBezTo>
                    <a:cubicBezTo>
                      <a:pt x="3497" y="6889"/>
                      <a:pt x="3724" y="7204"/>
                      <a:pt x="4004" y="7466"/>
                    </a:cubicBezTo>
                    <a:cubicBezTo>
                      <a:pt x="4119" y="7585"/>
                      <a:pt x="4248" y="7634"/>
                      <a:pt x="4372" y="7634"/>
                    </a:cubicBezTo>
                    <a:cubicBezTo>
                      <a:pt x="4777" y="7634"/>
                      <a:pt x="5126" y="7106"/>
                      <a:pt x="4738" y="6732"/>
                    </a:cubicBezTo>
                    <a:cubicBezTo>
                      <a:pt x="4424" y="6399"/>
                      <a:pt x="4179" y="6015"/>
                      <a:pt x="4004" y="5595"/>
                    </a:cubicBezTo>
                    <a:cubicBezTo>
                      <a:pt x="3847" y="5211"/>
                      <a:pt x="3777" y="4791"/>
                      <a:pt x="3777" y="4372"/>
                    </a:cubicBezTo>
                    <a:cubicBezTo>
                      <a:pt x="3777" y="2334"/>
                      <a:pt x="5433" y="1042"/>
                      <a:pt x="7129" y="1042"/>
                    </a:cubicBezTo>
                    <a:close/>
                    <a:moveTo>
                      <a:pt x="2889" y="15822"/>
                    </a:moveTo>
                    <a:cubicBezTo>
                      <a:pt x="3156" y="15822"/>
                      <a:pt x="3410" y="16029"/>
                      <a:pt x="3410" y="16346"/>
                    </a:cubicBezTo>
                    <a:cubicBezTo>
                      <a:pt x="3410" y="16643"/>
                      <a:pt x="3182" y="16871"/>
                      <a:pt x="2885" y="16871"/>
                    </a:cubicBezTo>
                    <a:cubicBezTo>
                      <a:pt x="2413" y="16871"/>
                      <a:pt x="2186" y="16311"/>
                      <a:pt x="2518" y="15979"/>
                    </a:cubicBezTo>
                    <a:cubicBezTo>
                      <a:pt x="2627" y="15871"/>
                      <a:pt x="2760" y="15822"/>
                      <a:pt x="2889" y="15822"/>
                    </a:cubicBezTo>
                    <a:close/>
                    <a:moveTo>
                      <a:pt x="10203" y="8131"/>
                    </a:moveTo>
                    <a:cubicBezTo>
                      <a:pt x="12447" y="8131"/>
                      <a:pt x="14603" y="9880"/>
                      <a:pt x="14615" y="12518"/>
                    </a:cubicBezTo>
                    <a:cubicBezTo>
                      <a:pt x="14615" y="14930"/>
                      <a:pt x="12657" y="16888"/>
                      <a:pt x="10245" y="16888"/>
                    </a:cubicBezTo>
                    <a:cubicBezTo>
                      <a:pt x="6347" y="16888"/>
                      <a:pt x="4389" y="12168"/>
                      <a:pt x="7151" y="9424"/>
                    </a:cubicBezTo>
                    <a:cubicBezTo>
                      <a:pt x="8038" y="8530"/>
                      <a:pt x="9131" y="8131"/>
                      <a:pt x="10203" y="8131"/>
                    </a:cubicBezTo>
                    <a:close/>
                    <a:moveTo>
                      <a:pt x="17581" y="15826"/>
                    </a:moveTo>
                    <a:cubicBezTo>
                      <a:pt x="17852" y="15826"/>
                      <a:pt x="18112" y="16042"/>
                      <a:pt x="18112" y="16364"/>
                    </a:cubicBezTo>
                    <a:cubicBezTo>
                      <a:pt x="18112" y="16643"/>
                      <a:pt x="17867" y="16888"/>
                      <a:pt x="17587" y="16888"/>
                    </a:cubicBezTo>
                    <a:cubicBezTo>
                      <a:pt x="17115" y="16871"/>
                      <a:pt x="16888" y="16311"/>
                      <a:pt x="17220" y="15979"/>
                    </a:cubicBezTo>
                    <a:cubicBezTo>
                      <a:pt x="17326" y="15873"/>
                      <a:pt x="17455" y="15826"/>
                      <a:pt x="17581" y="15826"/>
                    </a:cubicBezTo>
                    <a:close/>
                    <a:moveTo>
                      <a:pt x="7126" y="0"/>
                    </a:moveTo>
                    <a:cubicBezTo>
                      <a:pt x="4892" y="0"/>
                      <a:pt x="2710" y="1690"/>
                      <a:pt x="2710" y="4372"/>
                    </a:cubicBezTo>
                    <a:cubicBezTo>
                      <a:pt x="2710" y="4774"/>
                      <a:pt x="2763" y="5176"/>
                      <a:pt x="2885" y="5560"/>
                    </a:cubicBezTo>
                    <a:cubicBezTo>
                      <a:pt x="1" y="7571"/>
                      <a:pt x="1312" y="12081"/>
                      <a:pt x="4826" y="12256"/>
                    </a:cubicBezTo>
                    <a:lnTo>
                      <a:pt x="4826" y="12500"/>
                    </a:lnTo>
                    <a:cubicBezTo>
                      <a:pt x="4826" y="12780"/>
                      <a:pt x="4843" y="13077"/>
                      <a:pt x="4896" y="13374"/>
                    </a:cubicBezTo>
                    <a:lnTo>
                      <a:pt x="2885" y="13374"/>
                    </a:lnTo>
                    <a:cubicBezTo>
                      <a:pt x="2606" y="13374"/>
                      <a:pt x="2361" y="13602"/>
                      <a:pt x="2378" y="13899"/>
                    </a:cubicBezTo>
                    <a:lnTo>
                      <a:pt x="2378" y="14860"/>
                    </a:lnTo>
                    <a:cubicBezTo>
                      <a:pt x="700" y="15455"/>
                      <a:pt x="1120" y="17920"/>
                      <a:pt x="2903" y="17920"/>
                    </a:cubicBezTo>
                    <a:cubicBezTo>
                      <a:pt x="4668" y="17920"/>
                      <a:pt x="5088" y="15455"/>
                      <a:pt x="3427" y="14860"/>
                    </a:cubicBezTo>
                    <a:lnTo>
                      <a:pt x="3427" y="14423"/>
                    </a:lnTo>
                    <a:lnTo>
                      <a:pt x="5175" y="14423"/>
                    </a:lnTo>
                    <a:cubicBezTo>
                      <a:pt x="5962" y="16539"/>
                      <a:pt x="7990" y="17920"/>
                      <a:pt x="10245" y="17920"/>
                    </a:cubicBezTo>
                    <a:cubicBezTo>
                      <a:pt x="12500" y="17920"/>
                      <a:pt x="14510" y="16539"/>
                      <a:pt x="15315" y="14423"/>
                    </a:cubicBezTo>
                    <a:lnTo>
                      <a:pt x="17063" y="14423"/>
                    </a:lnTo>
                    <a:lnTo>
                      <a:pt x="17063" y="14860"/>
                    </a:lnTo>
                    <a:cubicBezTo>
                      <a:pt x="15384" y="15455"/>
                      <a:pt x="15821" y="17920"/>
                      <a:pt x="17587" y="17920"/>
                    </a:cubicBezTo>
                    <a:cubicBezTo>
                      <a:pt x="19353" y="17920"/>
                      <a:pt x="19790" y="15455"/>
                      <a:pt x="18112" y="14860"/>
                    </a:cubicBezTo>
                    <a:lnTo>
                      <a:pt x="18112" y="13899"/>
                    </a:lnTo>
                    <a:cubicBezTo>
                      <a:pt x="18112" y="13602"/>
                      <a:pt x="17867" y="13374"/>
                      <a:pt x="17570" y="13374"/>
                    </a:cubicBezTo>
                    <a:lnTo>
                      <a:pt x="15594" y="13374"/>
                    </a:lnTo>
                    <a:cubicBezTo>
                      <a:pt x="15629" y="13077"/>
                      <a:pt x="15664" y="12798"/>
                      <a:pt x="15664" y="12500"/>
                    </a:cubicBezTo>
                    <a:lnTo>
                      <a:pt x="15664" y="12256"/>
                    </a:lnTo>
                    <a:lnTo>
                      <a:pt x="15839" y="12256"/>
                    </a:lnTo>
                    <a:cubicBezTo>
                      <a:pt x="17587" y="12256"/>
                      <a:pt x="19038" y="10927"/>
                      <a:pt x="19178" y="9179"/>
                    </a:cubicBezTo>
                    <a:cubicBezTo>
                      <a:pt x="19300" y="7448"/>
                      <a:pt x="18077" y="5910"/>
                      <a:pt x="16363" y="5648"/>
                    </a:cubicBezTo>
                    <a:lnTo>
                      <a:pt x="16363" y="5420"/>
                    </a:lnTo>
                    <a:cubicBezTo>
                      <a:pt x="16350" y="3093"/>
                      <a:pt x="14437" y="1394"/>
                      <a:pt x="12326" y="1394"/>
                    </a:cubicBezTo>
                    <a:cubicBezTo>
                      <a:pt x="11758" y="1394"/>
                      <a:pt x="11176" y="1517"/>
                      <a:pt x="10612" y="1784"/>
                    </a:cubicBezTo>
                    <a:cubicBezTo>
                      <a:pt x="9697" y="551"/>
                      <a:pt x="8403" y="0"/>
                      <a:pt x="71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Google Shape;229;p28"/>
              <p:cNvSpPr/>
              <p:nvPr/>
            </p:nvSpPr>
            <p:spPr>
              <a:xfrm>
                <a:off x="1165338" y="2229450"/>
                <a:ext cx="157800" cy="26250"/>
              </a:xfrm>
              <a:custGeom>
                <a:avLst/>
                <a:gdLst/>
                <a:ahLst/>
                <a:cxnLst/>
                <a:rect l="l" t="t" r="r" b="b"/>
                <a:pathLst>
                  <a:path w="6312" h="1050" extrusionOk="0">
                    <a:moveTo>
                      <a:pt x="700" y="1"/>
                    </a:moveTo>
                    <a:cubicBezTo>
                      <a:pt x="1" y="1"/>
                      <a:pt x="1" y="1050"/>
                      <a:pt x="700" y="1050"/>
                    </a:cubicBezTo>
                    <a:lnTo>
                      <a:pt x="5612" y="1050"/>
                    </a:lnTo>
                    <a:cubicBezTo>
                      <a:pt x="6312" y="1050"/>
                      <a:pt x="6312" y="1"/>
                      <a:pt x="56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30" name="Google Shape;230;p28"/>
          <p:cNvGrpSpPr/>
          <p:nvPr/>
        </p:nvGrpSpPr>
        <p:grpSpPr>
          <a:xfrm rot="-522130">
            <a:off x="6889608" y="2571860"/>
            <a:ext cx="1149914" cy="1149914"/>
            <a:chOff x="6598350" y="2932555"/>
            <a:chExt cx="1149900" cy="1149900"/>
          </a:xfrm>
        </p:grpSpPr>
        <p:sp>
          <p:nvSpPr>
            <p:cNvPr id="231" name="Google Shape;231;p28"/>
            <p:cNvSpPr/>
            <p:nvPr/>
          </p:nvSpPr>
          <p:spPr>
            <a:xfrm>
              <a:off x="6598350" y="2932555"/>
              <a:ext cx="1149900" cy="114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2" name="Google Shape;232;p28"/>
            <p:cNvGrpSpPr/>
            <p:nvPr/>
          </p:nvGrpSpPr>
          <p:grpSpPr>
            <a:xfrm>
              <a:off x="6855332" y="3212566"/>
              <a:ext cx="636203" cy="590041"/>
              <a:chOff x="3960163" y="2623325"/>
              <a:chExt cx="483400" cy="448325"/>
            </a:xfrm>
          </p:grpSpPr>
          <p:sp>
            <p:nvSpPr>
              <p:cNvPr id="233" name="Google Shape;233;p28"/>
              <p:cNvSpPr/>
              <p:nvPr/>
            </p:nvSpPr>
            <p:spPr>
              <a:xfrm>
                <a:off x="3960163" y="2623325"/>
                <a:ext cx="483400" cy="448325"/>
              </a:xfrm>
              <a:custGeom>
                <a:avLst/>
                <a:gdLst/>
                <a:ahLst/>
                <a:cxnLst/>
                <a:rect l="l" t="t" r="r" b="b"/>
                <a:pathLst>
                  <a:path w="19336" h="17933" extrusionOk="0">
                    <a:moveTo>
                      <a:pt x="7092" y="1047"/>
                    </a:moveTo>
                    <a:cubicBezTo>
                      <a:pt x="8095" y="1047"/>
                      <a:pt x="9081" y="1503"/>
                      <a:pt x="9721" y="2357"/>
                    </a:cubicBezTo>
                    <a:cubicBezTo>
                      <a:pt x="9651" y="2426"/>
                      <a:pt x="9563" y="2496"/>
                      <a:pt x="9493" y="2566"/>
                    </a:cubicBezTo>
                    <a:cubicBezTo>
                      <a:pt x="9102" y="2957"/>
                      <a:pt x="9460" y="3494"/>
                      <a:pt x="9877" y="3494"/>
                    </a:cubicBezTo>
                    <a:cubicBezTo>
                      <a:pt x="10001" y="3494"/>
                      <a:pt x="10129" y="3447"/>
                      <a:pt x="10245" y="3335"/>
                    </a:cubicBezTo>
                    <a:cubicBezTo>
                      <a:pt x="10385" y="3178"/>
                      <a:pt x="10560" y="3056"/>
                      <a:pt x="10735" y="2933"/>
                    </a:cubicBezTo>
                    <a:cubicBezTo>
                      <a:pt x="11247" y="2598"/>
                      <a:pt x="11803" y="2446"/>
                      <a:pt x="12345" y="2446"/>
                    </a:cubicBezTo>
                    <a:cubicBezTo>
                      <a:pt x="13893" y="2446"/>
                      <a:pt x="15328" y="3685"/>
                      <a:pt x="15315" y="5433"/>
                    </a:cubicBezTo>
                    <a:cubicBezTo>
                      <a:pt x="15315" y="5626"/>
                      <a:pt x="15297" y="5835"/>
                      <a:pt x="15262" y="6028"/>
                    </a:cubicBezTo>
                    <a:cubicBezTo>
                      <a:pt x="15194" y="6351"/>
                      <a:pt x="15441" y="6658"/>
                      <a:pt x="15760" y="6658"/>
                    </a:cubicBezTo>
                    <a:cubicBezTo>
                      <a:pt x="15769" y="6658"/>
                      <a:pt x="15778" y="6657"/>
                      <a:pt x="15787" y="6657"/>
                    </a:cubicBezTo>
                    <a:lnTo>
                      <a:pt x="15839" y="6657"/>
                    </a:lnTo>
                    <a:cubicBezTo>
                      <a:pt x="17098" y="6657"/>
                      <a:pt x="18112" y="7671"/>
                      <a:pt x="18112" y="8929"/>
                    </a:cubicBezTo>
                    <a:cubicBezTo>
                      <a:pt x="18112" y="10188"/>
                      <a:pt x="17098" y="11202"/>
                      <a:pt x="15839" y="11202"/>
                    </a:cubicBezTo>
                    <a:lnTo>
                      <a:pt x="15507" y="11202"/>
                    </a:lnTo>
                    <a:cubicBezTo>
                      <a:pt x="14913" y="8772"/>
                      <a:pt x="12727" y="7059"/>
                      <a:pt x="10245" y="7059"/>
                    </a:cubicBezTo>
                    <a:cubicBezTo>
                      <a:pt x="7745" y="7059"/>
                      <a:pt x="5560" y="8772"/>
                      <a:pt x="4966" y="11202"/>
                    </a:cubicBezTo>
                    <a:cubicBezTo>
                      <a:pt x="2518" y="11185"/>
                      <a:pt x="1417" y="8125"/>
                      <a:pt x="3305" y="6552"/>
                    </a:cubicBezTo>
                    <a:lnTo>
                      <a:pt x="3305" y="6552"/>
                    </a:lnTo>
                    <a:cubicBezTo>
                      <a:pt x="3497" y="6884"/>
                      <a:pt x="3725" y="7199"/>
                      <a:pt x="3987" y="7461"/>
                    </a:cubicBezTo>
                    <a:cubicBezTo>
                      <a:pt x="4105" y="7575"/>
                      <a:pt x="4235" y="7622"/>
                      <a:pt x="4359" y="7622"/>
                    </a:cubicBezTo>
                    <a:cubicBezTo>
                      <a:pt x="4769" y="7622"/>
                      <a:pt x="5114" y="7103"/>
                      <a:pt x="4738" y="6727"/>
                    </a:cubicBezTo>
                    <a:cubicBezTo>
                      <a:pt x="4424" y="6395"/>
                      <a:pt x="4162" y="6010"/>
                      <a:pt x="4004" y="5591"/>
                    </a:cubicBezTo>
                    <a:cubicBezTo>
                      <a:pt x="3392" y="4052"/>
                      <a:pt x="4004" y="2287"/>
                      <a:pt x="5455" y="1482"/>
                    </a:cubicBezTo>
                    <a:cubicBezTo>
                      <a:pt x="5968" y="1188"/>
                      <a:pt x="6533" y="1047"/>
                      <a:pt x="7092" y="1047"/>
                    </a:cubicBezTo>
                    <a:close/>
                    <a:moveTo>
                      <a:pt x="10207" y="8126"/>
                    </a:moveTo>
                    <a:cubicBezTo>
                      <a:pt x="12455" y="8126"/>
                      <a:pt x="14615" y="9875"/>
                      <a:pt x="14615" y="12513"/>
                    </a:cubicBezTo>
                    <a:cubicBezTo>
                      <a:pt x="14615" y="14926"/>
                      <a:pt x="12657" y="16883"/>
                      <a:pt x="10245" y="16883"/>
                    </a:cubicBezTo>
                    <a:cubicBezTo>
                      <a:pt x="6347" y="16883"/>
                      <a:pt x="4389" y="12164"/>
                      <a:pt x="7151" y="9419"/>
                    </a:cubicBezTo>
                    <a:cubicBezTo>
                      <a:pt x="8038" y="8526"/>
                      <a:pt x="9133" y="8126"/>
                      <a:pt x="10207" y="8126"/>
                    </a:cubicBezTo>
                    <a:close/>
                    <a:moveTo>
                      <a:pt x="7128" y="1"/>
                    </a:moveTo>
                    <a:cubicBezTo>
                      <a:pt x="4895" y="1"/>
                      <a:pt x="2711" y="1694"/>
                      <a:pt x="2711" y="4384"/>
                    </a:cubicBezTo>
                    <a:cubicBezTo>
                      <a:pt x="2711" y="4786"/>
                      <a:pt x="2763" y="5188"/>
                      <a:pt x="2885" y="5573"/>
                    </a:cubicBezTo>
                    <a:cubicBezTo>
                      <a:pt x="1" y="7583"/>
                      <a:pt x="1312" y="12094"/>
                      <a:pt x="4826" y="12251"/>
                    </a:cubicBezTo>
                    <a:lnTo>
                      <a:pt x="4826" y="12496"/>
                    </a:lnTo>
                    <a:cubicBezTo>
                      <a:pt x="4826" y="15502"/>
                      <a:pt x="7238" y="17932"/>
                      <a:pt x="10245" y="17932"/>
                    </a:cubicBezTo>
                    <a:cubicBezTo>
                      <a:pt x="13234" y="17932"/>
                      <a:pt x="15664" y="15502"/>
                      <a:pt x="15664" y="12496"/>
                    </a:cubicBezTo>
                    <a:lnTo>
                      <a:pt x="15664" y="12251"/>
                    </a:lnTo>
                    <a:lnTo>
                      <a:pt x="15839" y="12251"/>
                    </a:lnTo>
                    <a:cubicBezTo>
                      <a:pt x="15862" y="12251"/>
                      <a:pt x="15884" y="12252"/>
                      <a:pt x="15906" y="12252"/>
                    </a:cubicBezTo>
                    <a:cubicBezTo>
                      <a:pt x="17642" y="12252"/>
                      <a:pt x="19075" y="10918"/>
                      <a:pt x="19213" y="9192"/>
                    </a:cubicBezTo>
                    <a:cubicBezTo>
                      <a:pt x="19335" y="7444"/>
                      <a:pt x="18094" y="5888"/>
                      <a:pt x="16364" y="5643"/>
                    </a:cubicBezTo>
                    <a:lnTo>
                      <a:pt x="16364" y="5416"/>
                    </a:lnTo>
                    <a:cubicBezTo>
                      <a:pt x="16350" y="3102"/>
                      <a:pt x="14437" y="1407"/>
                      <a:pt x="12327" y="1407"/>
                    </a:cubicBezTo>
                    <a:cubicBezTo>
                      <a:pt x="11759" y="1407"/>
                      <a:pt x="11176" y="1530"/>
                      <a:pt x="10612" y="1797"/>
                    </a:cubicBezTo>
                    <a:cubicBezTo>
                      <a:pt x="9702" y="556"/>
                      <a:pt x="8407" y="1"/>
                      <a:pt x="712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28"/>
              <p:cNvSpPr/>
              <p:nvPr/>
            </p:nvSpPr>
            <p:spPr>
              <a:xfrm>
                <a:off x="4104838" y="2872725"/>
                <a:ext cx="222475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8899" h="5842" extrusionOk="0">
                    <a:moveTo>
                      <a:pt x="2457" y="1"/>
                    </a:moveTo>
                    <a:cubicBezTo>
                      <a:pt x="2336" y="1"/>
                      <a:pt x="2210" y="48"/>
                      <a:pt x="2098" y="160"/>
                    </a:cubicBezTo>
                    <a:cubicBezTo>
                      <a:pt x="0" y="2257"/>
                      <a:pt x="1486" y="5841"/>
                      <a:pt x="4458" y="5841"/>
                    </a:cubicBezTo>
                    <a:cubicBezTo>
                      <a:pt x="7412" y="5841"/>
                      <a:pt x="8898" y="2257"/>
                      <a:pt x="6801" y="160"/>
                    </a:cubicBezTo>
                    <a:cubicBezTo>
                      <a:pt x="6696" y="64"/>
                      <a:pt x="6560" y="15"/>
                      <a:pt x="6427" y="15"/>
                    </a:cubicBezTo>
                    <a:cubicBezTo>
                      <a:pt x="6294" y="15"/>
                      <a:pt x="6162" y="64"/>
                      <a:pt x="6066" y="160"/>
                    </a:cubicBezTo>
                    <a:cubicBezTo>
                      <a:pt x="5857" y="369"/>
                      <a:pt x="5857" y="702"/>
                      <a:pt x="6066" y="911"/>
                    </a:cubicBezTo>
                    <a:cubicBezTo>
                      <a:pt x="7482" y="2345"/>
                      <a:pt x="6468" y="4792"/>
                      <a:pt x="4458" y="4792"/>
                    </a:cubicBezTo>
                    <a:cubicBezTo>
                      <a:pt x="2430" y="4792"/>
                      <a:pt x="1416" y="2345"/>
                      <a:pt x="2850" y="911"/>
                    </a:cubicBezTo>
                    <a:cubicBezTo>
                      <a:pt x="3227" y="534"/>
                      <a:pt x="2867" y="1"/>
                      <a:pt x="245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28"/>
              <p:cNvSpPr/>
              <p:nvPr/>
            </p:nvSpPr>
            <p:spPr>
              <a:xfrm>
                <a:off x="4202738" y="2852675"/>
                <a:ext cx="26675" cy="78675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3147" extrusionOk="0">
                    <a:moveTo>
                      <a:pt x="542" y="0"/>
                    </a:moveTo>
                    <a:cubicBezTo>
                      <a:pt x="280" y="0"/>
                      <a:pt x="18" y="175"/>
                      <a:pt x="18" y="525"/>
                    </a:cubicBezTo>
                    <a:lnTo>
                      <a:pt x="18" y="2622"/>
                    </a:lnTo>
                    <a:cubicBezTo>
                      <a:pt x="0" y="2902"/>
                      <a:pt x="245" y="3147"/>
                      <a:pt x="542" y="3147"/>
                    </a:cubicBezTo>
                    <a:cubicBezTo>
                      <a:pt x="822" y="3147"/>
                      <a:pt x="1066" y="2902"/>
                      <a:pt x="1066" y="2622"/>
                    </a:cubicBezTo>
                    <a:lnTo>
                      <a:pt x="1066" y="525"/>
                    </a:lnTo>
                    <a:cubicBezTo>
                      <a:pt x="1066" y="175"/>
                      <a:pt x="804" y="0"/>
                      <a:pt x="54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36" name="Google Shape;236;p28"/>
          <p:cNvSpPr txBox="1">
            <a:spLocks noGrp="1"/>
          </p:cNvSpPr>
          <p:nvPr>
            <p:ph type="subTitle" idx="1"/>
          </p:nvPr>
        </p:nvSpPr>
        <p:spPr>
          <a:xfrm rot="540089">
            <a:off x="7802075" y="3057324"/>
            <a:ext cx="1857982" cy="43827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2"/>
                </a:solidFill>
                <a:latin typeface="Jost SemiBold"/>
                <a:ea typeface="Jost SemiBold"/>
                <a:cs typeface="Jost SemiBold"/>
                <a:sym typeface="Jost SemiBold"/>
              </a:rPr>
              <a:t>Computing</a:t>
            </a:r>
            <a:endParaRPr sz="1900">
              <a:solidFill>
                <a:schemeClr val="accent2"/>
              </a:solidFill>
              <a:latin typeface="Jost SemiBold"/>
              <a:ea typeface="Jost SemiBold"/>
              <a:cs typeface="Jost SemiBold"/>
              <a:sym typeface="Jost SemiBold"/>
            </a:endParaRPr>
          </a:p>
        </p:txBody>
      </p:sp>
      <p:sp>
        <p:nvSpPr>
          <p:cNvPr id="237" name="Google Shape;237;p28"/>
          <p:cNvSpPr txBox="1">
            <a:spLocks noGrp="1"/>
          </p:cNvSpPr>
          <p:nvPr>
            <p:ph type="subTitle" idx="1"/>
          </p:nvPr>
        </p:nvSpPr>
        <p:spPr>
          <a:xfrm rot="-457733" flipH="1">
            <a:off x="-247136" y="264239"/>
            <a:ext cx="1459821" cy="438321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2"/>
                </a:solidFill>
                <a:latin typeface="Jost SemiBold"/>
                <a:ea typeface="Jost SemiBold"/>
                <a:cs typeface="Jost SemiBold"/>
                <a:sym typeface="Jost SemiBold"/>
              </a:rPr>
              <a:t>Cloud</a:t>
            </a:r>
            <a:endParaRPr sz="1900">
              <a:solidFill>
                <a:schemeClr val="accent2"/>
              </a:solidFill>
              <a:latin typeface="Jost SemiBold"/>
              <a:ea typeface="Jost SemiBold"/>
              <a:cs typeface="Jost SemiBold"/>
              <a:sym typeface="Jost SemiBold"/>
            </a:endParaRPr>
          </a:p>
        </p:txBody>
      </p:sp>
      <p:pic>
        <p:nvPicPr>
          <p:cNvPr id="21" name="Picture 2" descr="RV TechLear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730" y="119664"/>
            <a:ext cx="913681" cy="91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"/>
          <p:cNvSpPr txBox="1">
            <a:spLocks noGrp="1"/>
          </p:cNvSpPr>
          <p:nvPr>
            <p:ph type="title"/>
          </p:nvPr>
        </p:nvSpPr>
        <p:spPr>
          <a:xfrm>
            <a:off x="730825" y="535650"/>
            <a:ext cx="7682400" cy="4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Jost" panose="020B0604020202020204" charset="0"/>
                <a:ea typeface="Jost" panose="020B0604020202020204" charset="0"/>
              </a:rPr>
              <a:t>C</a:t>
            </a:r>
            <a:r>
              <a:rPr lang="en" dirty="0" smtClean="0">
                <a:latin typeface="Jost" panose="020B0604020202020204" charset="0"/>
                <a:ea typeface="Jost" panose="020B0604020202020204" charset="0"/>
              </a:rPr>
              <a:t>ontents</a:t>
            </a:r>
            <a:endParaRPr dirty="0"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253" name="Google Shape;253;p30"/>
          <p:cNvSpPr txBox="1">
            <a:spLocks noGrp="1"/>
          </p:cNvSpPr>
          <p:nvPr>
            <p:ph type="title" idx="2"/>
          </p:nvPr>
        </p:nvSpPr>
        <p:spPr>
          <a:xfrm rot="-60218" flipH="1">
            <a:off x="718248" y="1822889"/>
            <a:ext cx="1661355" cy="488772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ost" panose="020B0604020202020204" charset="0"/>
                <a:ea typeface="Jost" panose="020B0604020202020204" charset="0"/>
              </a:rPr>
              <a:t>01</a:t>
            </a:r>
            <a:endParaRPr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254" name="Google Shape;254;p30"/>
          <p:cNvSpPr txBox="1">
            <a:spLocks noGrp="1"/>
          </p:cNvSpPr>
          <p:nvPr>
            <p:ph type="subTitle" idx="1"/>
          </p:nvPr>
        </p:nvSpPr>
        <p:spPr>
          <a:xfrm>
            <a:off x="731425" y="3238975"/>
            <a:ext cx="1635000" cy="75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Jost" panose="020B0604020202020204" charset="0"/>
                <a:ea typeface="Jost" panose="020B0604020202020204" charset="0"/>
              </a:rPr>
              <a:t>Objective and scope of project</a:t>
            </a:r>
            <a:endParaRPr dirty="0"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255" name="Google Shape;255;p30"/>
          <p:cNvSpPr txBox="1">
            <a:spLocks noGrp="1"/>
          </p:cNvSpPr>
          <p:nvPr>
            <p:ph type="subTitle" idx="3"/>
          </p:nvPr>
        </p:nvSpPr>
        <p:spPr>
          <a:xfrm>
            <a:off x="731425" y="2486675"/>
            <a:ext cx="1635000" cy="61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latin typeface="Jost" panose="020B0604020202020204" charset="0"/>
                <a:ea typeface="Jost" panose="020B0604020202020204" charset="0"/>
              </a:rPr>
              <a:t>Introduction</a:t>
            </a:r>
            <a:endParaRPr b="1" dirty="0"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256" name="Google Shape;256;p30"/>
          <p:cNvSpPr txBox="1">
            <a:spLocks noGrp="1"/>
          </p:cNvSpPr>
          <p:nvPr>
            <p:ph type="subTitle" idx="4"/>
          </p:nvPr>
        </p:nvSpPr>
        <p:spPr>
          <a:xfrm>
            <a:off x="2746808" y="3238975"/>
            <a:ext cx="1635000" cy="75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Jost" panose="020B0604020202020204" charset="0"/>
                <a:ea typeface="Jost" panose="020B0604020202020204" charset="0"/>
              </a:rPr>
              <a:t>List and scope of services integrated</a:t>
            </a:r>
            <a:endParaRPr dirty="0"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257" name="Google Shape;257;p30"/>
          <p:cNvSpPr txBox="1">
            <a:spLocks noGrp="1"/>
          </p:cNvSpPr>
          <p:nvPr>
            <p:ph type="subTitle" idx="5"/>
          </p:nvPr>
        </p:nvSpPr>
        <p:spPr>
          <a:xfrm>
            <a:off x="2746410" y="2486675"/>
            <a:ext cx="1635000" cy="61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latin typeface="Jost" panose="020B0604020202020204" charset="0"/>
                <a:ea typeface="Jost" panose="020B0604020202020204" charset="0"/>
              </a:rPr>
              <a:t>Services</a:t>
            </a:r>
            <a:endParaRPr b="1" dirty="0"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258" name="Google Shape;258;p30"/>
          <p:cNvSpPr txBox="1">
            <a:spLocks noGrp="1"/>
          </p:cNvSpPr>
          <p:nvPr>
            <p:ph type="subTitle" idx="6"/>
          </p:nvPr>
        </p:nvSpPr>
        <p:spPr>
          <a:xfrm>
            <a:off x="4762192" y="3238975"/>
            <a:ext cx="1635000" cy="75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Jost" panose="020B0604020202020204" charset="0"/>
                <a:ea typeface="Jost" panose="020B0604020202020204" charset="0"/>
              </a:rPr>
              <a:t>Screenshot of practical performed</a:t>
            </a:r>
            <a:endParaRPr dirty="0"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259" name="Google Shape;259;p30"/>
          <p:cNvSpPr txBox="1">
            <a:spLocks noGrp="1"/>
          </p:cNvSpPr>
          <p:nvPr>
            <p:ph type="subTitle" idx="7"/>
          </p:nvPr>
        </p:nvSpPr>
        <p:spPr>
          <a:xfrm>
            <a:off x="4761993" y="2486675"/>
            <a:ext cx="1635000" cy="61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latin typeface="Jost" panose="020B0604020202020204" charset="0"/>
                <a:ea typeface="Jost" panose="020B0604020202020204" charset="0"/>
              </a:rPr>
              <a:t>Practical</a:t>
            </a:r>
            <a:endParaRPr b="1" dirty="0"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260" name="Google Shape;260;p30"/>
          <p:cNvSpPr txBox="1">
            <a:spLocks noGrp="1"/>
          </p:cNvSpPr>
          <p:nvPr>
            <p:ph type="subTitle" idx="8"/>
          </p:nvPr>
        </p:nvSpPr>
        <p:spPr>
          <a:xfrm>
            <a:off x="6777575" y="3238975"/>
            <a:ext cx="1635000" cy="75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atin typeface="Jost" panose="020B0604020202020204" charset="0"/>
                <a:ea typeface="Jost" panose="020B0604020202020204" charset="0"/>
              </a:rPr>
              <a:t>All challenges faced during implementation of project</a:t>
            </a:r>
            <a:endParaRPr dirty="0"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261" name="Google Shape;261;p30"/>
          <p:cNvSpPr txBox="1">
            <a:spLocks noGrp="1"/>
          </p:cNvSpPr>
          <p:nvPr>
            <p:ph type="subTitle" idx="9"/>
          </p:nvPr>
        </p:nvSpPr>
        <p:spPr>
          <a:xfrm>
            <a:off x="6777575" y="2486675"/>
            <a:ext cx="1635000" cy="61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latin typeface="Jost" panose="020B0604020202020204" charset="0"/>
                <a:ea typeface="Jost" panose="020B0604020202020204" charset="0"/>
              </a:rPr>
              <a:t>Challenges Faced</a:t>
            </a:r>
            <a:endParaRPr b="1" dirty="0"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262" name="Google Shape;262;p30"/>
          <p:cNvSpPr txBox="1">
            <a:spLocks noGrp="1"/>
          </p:cNvSpPr>
          <p:nvPr>
            <p:ph type="title" idx="13"/>
          </p:nvPr>
        </p:nvSpPr>
        <p:spPr>
          <a:xfrm rot="60218">
            <a:off x="2733631" y="1822889"/>
            <a:ext cx="1661355" cy="488772"/>
          </a:xfrm>
          <a:prstGeom prst="rect">
            <a:avLst/>
          </a:prstGeom>
          <a:solidFill>
            <a:srgbClr val="00B050"/>
          </a:solidFill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ost" panose="020B0604020202020204" charset="0"/>
                <a:ea typeface="Jost" panose="020B0604020202020204" charset="0"/>
              </a:rPr>
              <a:t>02</a:t>
            </a:r>
            <a:endParaRPr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263" name="Google Shape;263;p30"/>
          <p:cNvSpPr txBox="1">
            <a:spLocks noGrp="1"/>
          </p:cNvSpPr>
          <p:nvPr>
            <p:ph type="title" idx="14"/>
          </p:nvPr>
        </p:nvSpPr>
        <p:spPr>
          <a:xfrm rot="-60218" flipH="1">
            <a:off x="4749014" y="1822889"/>
            <a:ext cx="1661355" cy="488772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ost" panose="020B0604020202020204" charset="0"/>
                <a:ea typeface="Jost" panose="020B0604020202020204" charset="0"/>
              </a:rPr>
              <a:t>03</a:t>
            </a:r>
            <a:endParaRPr>
              <a:latin typeface="Jost" panose="020B0604020202020204" charset="0"/>
              <a:ea typeface="Jost" panose="020B0604020202020204" charset="0"/>
            </a:endParaRPr>
          </a:p>
        </p:txBody>
      </p:sp>
      <p:sp>
        <p:nvSpPr>
          <p:cNvPr id="264" name="Google Shape;264;p30"/>
          <p:cNvSpPr txBox="1">
            <a:spLocks noGrp="1"/>
          </p:cNvSpPr>
          <p:nvPr>
            <p:ph type="title" idx="15"/>
          </p:nvPr>
        </p:nvSpPr>
        <p:spPr>
          <a:xfrm rot="60218">
            <a:off x="6764398" y="1822889"/>
            <a:ext cx="1661355" cy="488772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Jost" panose="020B0604020202020204" charset="0"/>
                <a:ea typeface="Jost" panose="020B0604020202020204" charset="0"/>
              </a:rPr>
              <a:t>04</a:t>
            </a:r>
            <a:endParaRPr>
              <a:latin typeface="Jost" panose="020B0604020202020204" charset="0"/>
              <a:ea typeface="Jost" panose="020B0604020202020204" charset="0"/>
            </a:endParaRPr>
          </a:p>
        </p:txBody>
      </p:sp>
      <p:cxnSp>
        <p:nvCxnSpPr>
          <p:cNvPr id="265" name="Google Shape;265;p30"/>
          <p:cNvCxnSpPr/>
          <p:nvPr/>
        </p:nvCxnSpPr>
        <p:spPr>
          <a:xfrm>
            <a:off x="1392225" y="1033750"/>
            <a:ext cx="6359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" name="Picture 2" descr="RV TechLear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730" y="119664"/>
            <a:ext cx="913681" cy="91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31"/>
          <p:cNvGrpSpPr/>
          <p:nvPr/>
        </p:nvGrpSpPr>
        <p:grpSpPr>
          <a:xfrm rot="-671180">
            <a:off x="7072539" y="3995263"/>
            <a:ext cx="1149898" cy="1149898"/>
            <a:chOff x="8293697" y="1996790"/>
            <a:chExt cx="1149900" cy="1149900"/>
          </a:xfrm>
        </p:grpSpPr>
        <p:sp>
          <p:nvSpPr>
            <p:cNvPr id="271" name="Google Shape;271;p31"/>
            <p:cNvSpPr/>
            <p:nvPr/>
          </p:nvSpPr>
          <p:spPr>
            <a:xfrm>
              <a:off x="8293697" y="1996790"/>
              <a:ext cx="1149900" cy="1149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2" name="Google Shape;272;p31"/>
            <p:cNvGrpSpPr/>
            <p:nvPr/>
          </p:nvGrpSpPr>
          <p:grpSpPr>
            <a:xfrm>
              <a:off x="8545723" y="2266160"/>
              <a:ext cx="646109" cy="611145"/>
              <a:chOff x="6192988" y="1236625"/>
              <a:chExt cx="475500" cy="448975"/>
            </a:xfrm>
          </p:grpSpPr>
          <p:sp>
            <p:nvSpPr>
              <p:cNvPr id="273" name="Google Shape;273;p31"/>
              <p:cNvSpPr/>
              <p:nvPr/>
            </p:nvSpPr>
            <p:spPr>
              <a:xfrm>
                <a:off x="6192988" y="1236625"/>
                <a:ext cx="475500" cy="448975"/>
              </a:xfrm>
              <a:custGeom>
                <a:avLst/>
                <a:gdLst/>
                <a:ahLst/>
                <a:cxnLst/>
                <a:rect l="l" t="t" r="r" b="b"/>
                <a:pathLst>
                  <a:path w="19020" h="17959" extrusionOk="0">
                    <a:moveTo>
                      <a:pt x="6953" y="1055"/>
                    </a:moveTo>
                    <a:cubicBezTo>
                      <a:pt x="7906" y="1055"/>
                      <a:pt x="8871" y="1462"/>
                      <a:pt x="9562" y="2374"/>
                    </a:cubicBezTo>
                    <a:cubicBezTo>
                      <a:pt x="9493" y="2444"/>
                      <a:pt x="9405" y="2514"/>
                      <a:pt x="9335" y="2584"/>
                    </a:cubicBezTo>
                    <a:cubicBezTo>
                      <a:pt x="8944" y="2961"/>
                      <a:pt x="9302" y="3494"/>
                      <a:pt x="9718" y="3494"/>
                    </a:cubicBezTo>
                    <a:cubicBezTo>
                      <a:pt x="9842" y="3494"/>
                      <a:pt x="9971" y="3447"/>
                      <a:pt x="10087" y="3335"/>
                    </a:cubicBezTo>
                    <a:cubicBezTo>
                      <a:pt x="10227" y="3196"/>
                      <a:pt x="10402" y="3056"/>
                      <a:pt x="10576" y="2933"/>
                    </a:cubicBezTo>
                    <a:cubicBezTo>
                      <a:pt x="11088" y="2603"/>
                      <a:pt x="11641" y="2453"/>
                      <a:pt x="12180" y="2453"/>
                    </a:cubicBezTo>
                    <a:cubicBezTo>
                      <a:pt x="13725" y="2453"/>
                      <a:pt x="15156" y="3684"/>
                      <a:pt x="15156" y="5433"/>
                    </a:cubicBezTo>
                    <a:cubicBezTo>
                      <a:pt x="15156" y="5643"/>
                      <a:pt x="15139" y="5835"/>
                      <a:pt x="15104" y="6045"/>
                    </a:cubicBezTo>
                    <a:cubicBezTo>
                      <a:pt x="15039" y="6369"/>
                      <a:pt x="15289" y="6663"/>
                      <a:pt x="15618" y="6663"/>
                    </a:cubicBezTo>
                    <a:cubicBezTo>
                      <a:pt x="15645" y="6663"/>
                      <a:pt x="15671" y="6661"/>
                      <a:pt x="15698" y="6657"/>
                    </a:cubicBezTo>
                    <a:cubicBezTo>
                      <a:pt x="16905" y="6657"/>
                      <a:pt x="17919" y="7636"/>
                      <a:pt x="17953" y="8860"/>
                    </a:cubicBezTo>
                    <a:cubicBezTo>
                      <a:pt x="18006" y="10066"/>
                      <a:pt x="17079" y="11115"/>
                      <a:pt x="15856" y="11202"/>
                    </a:cubicBezTo>
                    <a:lnTo>
                      <a:pt x="15856" y="11062"/>
                    </a:lnTo>
                    <a:cubicBezTo>
                      <a:pt x="15856" y="9471"/>
                      <a:pt x="14567" y="8475"/>
                      <a:pt x="13251" y="8475"/>
                    </a:cubicBezTo>
                    <a:cubicBezTo>
                      <a:pt x="12499" y="8475"/>
                      <a:pt x="11739" y="8799"/>
                      <a:pt x="11206" y="9524"/>
                    </a:cubicBezTo>
                    <a:lnTo>
                      <a:pt x="8951" y="9524"/>
                    </a:lnTo>
                    <a:cubicBezTo>
                      <a:pt x="8417" y="8799"/>
                      <a:pt x="7657" y="8475"/>
                      <a:pt x="6906" y="8475"/>
                    </a:cubicBezTo>
                    <a:cubicBezTo>
                      <a:pt x="5590" y="8475"/>
                      <a:pt x="4301" y="9471"/>
                      <a:pt x="4301" y="11062"/>
                    </a:cubicBezTo>
                    <a:lnTo>
                      <a:pt x="4301" y="11167"/>
                    </a:lnTo>
                    <a:cubicBezTo>
                      <a:pt x="2133" y="10730"/>
                      <a:pt x="1451" y="7985"/>
                      <a:pt x="3147" y="6569"/>
                    </a:cubicBezTo>
                    <a:lnTo>
                      <a:pt x="3147" y="6569"/>
                    </a:lnTo>
                    <a:cubicBezTo>
                      <a:pt x="3339" y="6902"/>
                      <a:pt x="3566" y="7199"/>
                      <a:pt x="3829" y="7478"/>
                    </a:cubicBezTo>
                    <a:cubicBezTo>
                      <a:pt x="3946" y="7592"/>
                      <a:pt x="4076" y="7640"/>
                      <a:pt x="4200" y="7640"/>
                    </a:cubicBezTo>
                    <a:cubicBezTo>
                      <a:pt x="4610" y="7640"/>
                      <a:pt x="4956" y="7116"/>
                      <a:pt x="4580" y="6727"/>
                    </a:cubicBezTo>
                    <a:cubicBezTo>
                      <a:pt x="4266" y="6412"/>
                      <a:pt x="4003" y="6028"/>
                      <a:pt x="3846" y="5608"/>
                    </a:cubicBezTo>
                    <a:cubicBezTo>
                      <a:pt x="3689" y="5206"/>
                      <a:pt x="3601" y="4804"/>
                      <a:pt x="3601" y="4384"/>
                    </a:cubicBezTo>
                    <a:cubicBezTo>
                      <a:pt x="3601" y="2347"/>
                      <a:pt x="5257" y="1055"/>
                      <a:pt x="6953" y="1055"/>
                    </a:cubicBezTo>
                    <a:close/>
                    <a:moveTo>
                      <a:pt x="13252" y="9535"/>
                    </a:moveTo>
                    <a:cubicBezTo>
                      <a:pt x="14030" y="9535"/>
                      <a:pt x="14796" y="10120"/>
                      <a:pt x="14807" y="11062"/>
                    </a:cubicBezTo>
                    <a:lnTo>
                      <a:pt x="14807" y="16307"/>
                    </a:lnTo>
                    <a:cubicBezTo>
                      <a:pt x="14807" y="16675"/>
                      <a:pt x="14515" y="16898"/>
                      <a:pt x="14217" y="16898"/>
                    </a:cubicBezTo>
                    <a:cubicBezTo>
                      <a:pt x="14022" y="16898"/>
                      <a:pt x="13824" y="16801"/>
                      <a:pt x="13706" y="16586"/>
                    </a:cubicBezTo>
                    <a:lnTo>
                      <a:pt x="12622" y="14698"/>
                    </a:lnTo>
                    <a:cubicBezTo>
                      <a:pt x="12534" y="14541"/>
                      <a:pt x="12359" y="14436"/>
                      <a:pt x="12167" y="14436"/>
                    </a:cubicBezTo>
                    <a:lnTo>
                      <a:pt x="7972" y="14436"/>
                    </a:lnTo>
                    <a:cubicBezTo>
                      <a:pt x="7797" y="14436"/>
                      <a:pt x="7622" y="14541"/>
                      <a:pt x="7517" y="14698"/>
                    </a:cubicBezTo>
                    <a:lnTo>
                      <a:pt x="6433" y="16586"/>
                    </a:lnTo>
                    <a:cubicBezTo>
                      <a:pt x="6322" y="16801"/>
                      <a:pt x="6126" y="16898"/>
                      <a:pt x="5930" y="16898"/>
                    </a:cubicBezTo>
                    <a:cubicBezTo>
                      <a:pt x="5633" y="16898"/>
                      <a:pt x="5339" y="16675"/>
                      <a:pt x="5349" y="16307"/>
                    </a:cubicBezTo>
                    <a:lnTo>
                      <a:pt x="5349" y="11062"/>
                    </a:lnTo>
                    <a:cubicBezTo>
                      <a:pt x="5349" y="10120"/>
                      <a:pt x="6119" y="9535"/>
                      <a:pt x="6899" y="9535"/>
                    </a:cubicBezTo>
                    <a:cubicBezTo>
                      <a:pt x="7364" y="9535"/>
                      <a:pt x="7833" y="9742"/>
                      <a:pt x="8146" y="10206"/>
                    </a:cubicBezTo>
                    <a:lnTo>
                      <a:pt x="8234" y="10345"/>
                    </a:lnTo>
                    <a:cubicBezTo>
                      <a:pt x="8339" y="10485"/>
                      <a:pt x="8496" y="10573"/>
                      <a:pt x="8671" y="10573"/>
                    </a:cubicBezTo>
                    <a:lnTo>
                      <a:pt x="11468" y="10573"/>
                    </a:lnTo>
                    <a:cubicBezTo>
                      <a:pt x="11660" y="10573"/>
                      <a:pt x="11818" y="10485"/>
                      <a:pt x="11905" y="10345"/>
                    </a:cubicBezTo>
                    <a:lnTo>
                      <a:pt x="12010" y="10206"/>
                    </a:lnTo>
                    <a:cubicBezTo>
                      <a:pt x="12323" y="9742"/>
                      <a:pt x="12790" y="9535"/>
                      <a:pt x="13252" y="9535"/>
                    </a:cubicBezTo>
                    <a:close/>
                    <a:moveTo>
                      <a:pt x="6970" y="1"/>
                    </a:moveTo>
                    <a:cubicBezTo>
                      <a:pt x="4737" y="1"/>
                      <a:pt x="2552" y="1694"/>
                      <a:pt x="2552" y="4384"/>
                    </a:cubicBezTo>
                    <a:cubicBezTo>
                      <a:pt x="2552" y="4786"/>
                      <a:pt x="2605" y="5188"/>
                      <a:pt x="2727" y="5573"/>
                    </a:cubicBezTo>
                    <a:cubicBezTo>
                      <a:pt x="0" y="7478"/>
                      <a:pt x="1014" y="11744"/>
                      <a:pt x="4301" y="12216"/>
                    </a:cubicBezTo>
                    <a:lnTo>
                      <a:pt x="4301" y="16307"/>
                    </a:lnTo>
                    <a:cubicBezTo>
                      <a:pt x="4290" y="17335"/>
                      <a:pt x="5115" y="17958"/>
                      <a:pt x="5949" y="17958"/>
                    </a:cubicBezTo>
                    <a:cubicBezTo>
                      <a:pt x="6491" y="17958"/>
                      <a:pt x="7036" y="17696"/>
                      <a:pt x="7360" y="17111"/>
                    </a:cubicBezTo>
                    <a:lnTo>
                      <a:pt x="8286" y="15485"/>
                    </a:lnTo>
                    <a:lnTo>
                      <a:pt x="11887" y="15485"/>
                    </a:lnTo>
                    <a:lnTo>
                      <a:pt x="12814" y="17111"/>
                    </a:lnTo>
                    <a:cubicBezTo>
                      <a:pt x="13137" y="17696"/>
                      <a:pt x="13683" y="17958"/>
                      <a:pt x="14224" y="17958"/>
                    </a:cubicBezTo>
                    <a:cubicBezTo>
                      <a:pt x="15059" y="17958"/>
                      <a:pt x="15884" y="17335"/>
                      <a:pt x="15873" y="16307"/>
                    </a:cubicBezTo>
                    <a:lnTo>
                      <a:pt x="15873" y="12251"/>
                    </a:lnTo>
                    <a:cubicBezTo>
                      <a:pt x="17639" y="12163"/>
                      <a:pt x="19020" y="10695"/>
                      <a:pt x="19020" y="8929"/>
                    </a:cubicBezTo>
                    <a:lnTo>
                      <a:pt x="19020" y="8929"/>
                    </a:lnTo>
                    <a:lnTo>
                      <a:pt x="19002" y="8947"/>
                    </a:lnTo>
                    <a:cubicBezTo>
                      <a:pt x="19002" y="7304"/>
                      <a:pt x="17814" y="5923"/>
                      <a:pt x="16188" y="5660"/>
                    </a:cubicBezTo>
                    <a:lnTo>
                      <a:pt x="16188" y="5451"/>
                    </a:lnTo>
                    <a:cubicBezTo>
                      <a:pt x="16188" y="3120"/>
                      <a:pt x="14284" y="1409"/>
                      <a:pt x="12166" y="1409"/>
                    </a:cubicBezTo>
                    <a:cubicBezTo>
                      <a:pt x="11600" y="1409"/>
                      <a:pt x="11018" y="1531"/>
                      <a:pt x="10454" y="1797"/>
                    </a:cubicBezTo>
                    <a:cubicBezTo>
                      <a:pt x="9544" y="556"/>
                      <a:pt x="8249" y="1"/>
                      <a:pt x="69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31"/>
              <p:cNvSpPr/>
              <p:nvPr/>
            </p:nvSpPr>
            <p:spPr>
              <a:xfrm>
                <a:off x="6472238" y="1510100"/>
                <a:ext cx="76500" cy="69950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2798" extrusionOk="0">
                    <a:moveTo>
                      <a:pt x="1522" y="1"/>
                    </a:moveTo>
                    <a:cubicBezTo>
                      <a:pt x="1259" y="1"/>
                      <a:pt x="997" y="176"/>
                      <a:pt x="997" y="525"/>
                    </a:cubicBezTo>
                    <a:lnTo>
                      <a:pt x="997" y="875"/>
                    </a:lnTo>
                    <a:lnTo>
                      <a:pt x="665" y="875"/>
                    </a:lnTo>
                    <a:cubicBezTo>
                      <a:pt x="1" y="910"/>
                      <a:pt x="1" y="1889"/>
                      <a:pt x="665" y="1924"/>
                    </a:cubicBezTo>
                    <a:lnTo>
                      <a:pt x="1015" y="1924"/>
                    </a:lnTo>
                    <a:lnTo>
                      <a:pt x="1015" y="2273"/>
                    </a:lnTo>
                    <a:cubicBezTo>
                      <a:pt x="1015" y="2623"/>
                      <a:pt x="1277" y="2798"/>
                      <a:pt x="1539" y="2798"/>
                    </a:cubicBezTo>
                    <a:cubicBezTo>
                      <a:pt x="1801" y="2798"/>
                      <a:pt x="2064" y="2623"/>
                      <a:pt x="2064" y="2273"/>
                    </a:cubicBezTo>
                    <a:lnTo>
                      <a:pt x="2064" y="1924"/>
                    </a:lnTo>
                    <a:lnTo>
                      <a:pt x="2413" y="1924"/>
                    </a:lnTo>
                    <a:cubicBezTo>
                      <a:pt x="3060" y="1889"/>
                      <a:pt x="3060" y="910"/>
                      <a:pt x="2413" y="875"/>
                    </a:cubicBezTo>
                    <a:lnTo>
                      <a:pt x="2046" y="875"/>
                    </a:lnTo>
                    <a:lnTo>
                      <a:pt x="2046" y="525"/>
                    </a:lnTo>
                    <a:cubicBezTo>
                      <a:pt x="2046" y="176"/>
                      <a:pt x="1784" y="1"/>
                      <a:pt x="152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31"/>
              <p:cNvSpPr/>
              <p:nvPr/>
            </p:nvSpPr>
            <p:spPr>
              <a:xfrm>
                <a:off x="6341138" y="1510100"/>
                <a:ext cx="76500" cy="69950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2798" extrusionOk="0">
                    <a:moveTo>
                      <a:pt x="1526" y="1"/>
                    </a:moveTo>
                    <a:cubicBezTo>
                      <a:pt x="1263" y="1"/>
                      <a:pt x="1006" y="176"/>
                      <a:pt x="1014" y="525"/>
                    </a:cubicBezTo>
                    <a:lnTo>
                      <a:pt x="1014" y="875"/>
                    </a:lnTo>
                    <a:lnTo>
                      <a:pt x="665" y="875"/>
                    </a:lnTo>
                    <a:cubicBezTo>
                      <a:pt x="0" y="910"/>
                      <a:pt x="0" y="1889"/>
                      <a:pt x="665" y="1924"/>
                    </a:cubicBezTo>
                    <a:lnTo>
                      <a:pt x="1014" y="1924"/>
                    </a:lnTo>
                    <a:lnTo>
                      <a:pt x="1014" y="2273"/>
                    </a:lnTo>
                    <a:cubicBezTo>
                      <a:pt x="1014" y="2623"/>
                      <a:pt x="1276" y="2798"/>
                      <a:pt x="1539" y="2798"/>
                    </a:cubicBezTo>
                    <a:cubicBezTo>
                      <a:pt x="1801" y="2798"/>
                      <a:pt x="2063" y="2623"/>
                      <a:pt x="2063" y="2273"/>
                    </a:cubicBezTo>
                    <a:lnTo>
                      <a:pt x="2063" y="1924"/>
                    </a:lnTo>
                    <a:lnTo>
                      <a:pt x="2413" y="1924"/>
                    </a:lnTo>
                    <a:cubicBezTo>
                      <a:pt x="3060" y="1889"/>
                      <a:pt x="3060" y="910"/>
                      <a:pt x="2413" y="875"/>
                    </a:cubicBezTo>
                    <a:lnTo>
                      <a:pt x="2063" y="875"/>
                    </a:lnTo>
                    <a:lnTo>
                      <a:pt x="2063" y="525"/>
                    </a:lnTo>
                    <a:cubicBezTo>
                      <a:pt x="2054" y="176"/>
                      <a:pt x="1788" y="1"/>
                      <a:pt x="15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31"/>
              <p:cNvSpPr/>
              <p:nvPr/>
            </p:nvSpPr>
            <p:spPr>
              <a:xfrm>
                <a:off x="6429863" y="1548575"/>
                <a:ext cx="26675" cy="22550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902" extrusionOk="0">
                    <a:moveTo>
                      <a:pt x="612" y="0"/>
                    </a:moveTo>
                    <a:cubicBezTo>
                      <a:pt x="192" y="0"/>
                      <a:pt x="0" y="472"/>
                      <a:pt x="280" y="769"/>
                    </a:cubicBezTo>
                    <a:cubicBezTo>
                      <a:pt x="371" y="860"/>
                      <a:pt x="484" y="901"/>
                      <a:pt x="596" y="901"/>
                    </a:cubicBezTo>
                    <a:cubicBezTo>
                      <a:pt x="828" y="901"/>
                      <a:pt x="1055" y="726"/>
                      <a:pt x="1066" y="455"/>
                    </a:cubicBezTo>
                    <a:cubicBezTo>
                      <a:pt x="1066" y="192"/>
                      <a:pt x="857" y="0"/>
                      <a:pt x="61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7" name="Google Shape;277;p31"/>
          <p:cNvGrpSpPr/>
          <p:nvPr/>
        </p:nvGrpSpPr>
        <p:grpSpPr>
          <a:xfrm rot="-679607">
            <a:off x="8139852" y="3102978"/>
            <a:ext cx="1149873" cy="1149873"/>
            <a:chOff x="9124422" y="2568890"/>
            <a:chExt cx="1149900" cy="1149900"/>
          </a:xfrm>
        </p:grpSpPr>
        <p:sp>
          <p:nvSpPr>
            <p:cNvPr id="278" name="Google Shape;278;p31"/>
            <p:cNvSpPr/>
            <p:nvPr/>
          </p:nvSpPr>
          <p:spPr>
            <a:xfrm>
              <a:off x="9124422" y="2568890"/>
              <a:ext cx="1149900" cy="1149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9" name="Google Shape;279;p31"/>
            <p:cNvGrpSpPr/>
            <p:nvPr/>
          </p:nvGrpSpPr>
          <p:grpSpPr>
            <a:xfrm>
              <a:off x="9411610" y="2856126"/>
              <a:ext cx="575456" cy="575424"/>
              <a:chOff x="5477988" y="1236975"/>
              <a:chExt cx="448000" cy="447975"/>
            </a:xfrm>
          </p:grpSpPr>
          <p:sp>
            <p:nvSpPr>
              <p:cNvPr id="280" name="Google Shape;280;p31"/>
              <p:cNvSpPr/>
              <p:nvPr/>
            </p:nvSpPr>
            <p:spPr>
              <a:xfrm>
                <a:off x="5477988" y="1236975"/>
                <a:ext cx="448000" cy="447975"/>
              </a:xfrm>
              <a:custGeom>
                <a:avLst/>
                <a:gdLst/>
                <a:ahLst/>
                <a:cxnLst/>
                <a:rect l="l" t="t" r="r" b="b"/>
                <a:pathLst>
                  <a:path w="17920" h="17919" extrusionOk="0">
                    <a:moveTo>
                      <a:pt x="16870" y="1049"/>
                    </a:moveTo>
                    <a:lnTo>
                      <a:pt x="16870" y="16869"/>
                    </a:lnTo>
                    <a:lnTo>
                      <a:pt x="1050" y="16869"/>
                    </a:lnTo>
                    <a:lnTo>
                      <a:pt x="1050" y="1049"/>
                    </a:lnTo>
                    <a:close/>
                    <a:moveTo>
                      <a:pt x="525" y="0"/>
                    </a:moveTo>
                    <a:cubicBezTo>
                      <a:pt x="228" y="0"/>
                      <a:pt x="1" y="227"/>
                      <a:pt x="1" y="524"/>
                    </a:cubicBezTo>
                    <a:lnTo>
                      <a:pt x="1" y="17394"/>
                    </a:lnTo>
                    <a:cubicBezTo>
                      <a:pt x="1" y="17691"/>
                      <a:pt x="228" y="17918"/>
                      <a:pt x="525" y="17918"/>
                    </a:cubicBezTo>
                    <a:lnTo>
                      <a:pt x="17395" y="17918"/>
                    </a:lnTo>
                    <a:cubicBezTo>
                      <a:pt x="17692" y="17918"/>
                      <a:pt x="17919" y="17691"/>
                      <a:pt x="17919" y="17394"/>
                    </a:cubicBezTo>
                    <a:lnTo>
                      <a:pt x="17919" y="524"/>
                    </a:lnTo>
                    <a:cubicBezTo>
                      <a:pt x="17919" y="227"/>
                      <a:pt x="17692" y="0"/>
                      <a:pt x="17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1"/>
              <p:cNvSpPr/>
              <p:nvPr/>
            </p:nvSpPr>
            <p:spPr>
              <a:xfrm>
                <a:off x="5531313" y="1290275"/>
                <a:ext cx="341350" cy="341350"/>
              </a:xfrm>
              <a:custGeom>
                <a:avLst/>
                <a:gdLst/>
                <a:ahLst/>
                <a:cxnLst/>
                <a:rect l="l" t="t" r="r" b="b"/>
                <a:pathLst>
                  <a:path w="13654" h="13654" extrusionOk="0">
                    <a:moveTo>
                      <a:pt x="8409" y="1050"/>
                    </a:moveTo>
                    <a:lnTo>
                      <a:pt x="8409" y="2273"/>
                    </a:lnTo>
                    <a:cubicBezTo>
                      <a:pt x="8409" y="2570"/>
                      <a:pt x="8636" y="2798"/>
                      <a:pt x="8933" y="2798"/>
                    </a:cubicBezTo>
                    <a:lnTo>
                      <a:pt x="10507" y="2798"/>
                    </a:lnTo>
                    <a:lnTo>
                      <a:pt x="10507" y="4021"/>
                    </a:lnTo>
                    <a:cubicBezTo>
                      <a:pt x="10507" y="4319"/>
                      <a:pt x="10734" y="4546"/>
                      <a:pt x="11031" y="4546"/>
                    </a:cubicBezTo>
                    <a:lnTo>
                      <a:pt x="12604" y="4546"/>
                    </a:lnTo>
                    <a:lnTo>
                      <a:pt x="12604" y="12605"/>
                    </a:lnTo>
                    <a:lnTo>
                      <a:pt x="1049" y="12605"/>
                    </a:lnTo>
                    <a:lnTo>
                      <a:pt x="1049" y="4546"/>
                    </a:lnTo>
                    <a:lnTo>
                      <a:pt x="2623" y="4546"/>
                    </a:lnTo>
                    <a:cubicBezTo>
                      <a:pt x="2920" y="4546"/>
                      <a:pt x="3147" y="4319"/>
                      <a:pt x="3147" y="4021"/>
                    </a:cubicBezTo>
                    <a:lnTo>
                      <a:pt x="3147" y="2798"/>
                    </a:lnTo>
                    <a:lnTo>
                      <a:pt x="4720" y="2798"/>
                    </a:lnTo>
                    <a:cubicBezTo>
                      <a:pt x="5018" y="2798"/>
                      <a:pt x="5245" y="2570"/>
                      <a:pt x="5245" y="2273"/>
                    </a:cubicBezTo>
                    <a:lnTo>
                      <a:pt x="5245" y="1050"/>
                    </a:lnTo>
                    <a:close/>
                    <a:moveTo>
                      <a:pt x="4720" y="1"/>
                    </a:moveTo>
                    <a:cubicBezTo>
                      <a:pt x="4441" y="1"/>
                      <a:pt x="4196" y="245"/>
                      <a:pt x="4196" y="525"/>
                    </a:cubicBezTo>
                    <a:lnTo>
                      <a:pt x="4196" y="1749"/>
                    </a:lnTo>
                    <a:lnTo>
                      <a:pt x="2623" y="1749"/>
                    </a:lnTo>
                    <a:cubicBezTo>
                      <a:pt x="2343" y="1749"/>
                      <a:pt x="2098" y="1994"/>
                      <a:pt x="2098" y="2273"/>
                    </a:cubicBezTo>
                    <a:lnTo>
                      <a:pt x="2098" y="3497"/>
                    </a:lnTo>
                    <a:lnTo>
                      <a:pt x="525" y="3497"/>
                    </a:lnTo>
                    <a:cubicBezTo>
                      <a:pt x="245" y="3497"/>
                      <a:pt x="0" y="3742"/>
                      <a:pt x="0" y="4021"/>
                    </a:cubicBezTo>
                    <a:lnTo>
                      <a:pt x="0" y="13129"/>
                    </a:lnTo>
                    <a:cubicBezTo>
                      <a:pt x="0" y="13409"/>
                      <a:pt x="245" y="13654"/>
                      <a:pt x="525" y="13654"/>
                    </a:cubicBezTo>
                    <a:lnTo>
                      <a:pt x="13129" y="13654"/>
                    </a:lnTo>
                    <a:cubicBezTo>
                      <a:pt x="13409" y="13654"/>
                      <a:pt x="13653" y="13409"/>
                      <a:pt x="13653" y="13129"/>
                    </a:cubicBezTo>
                    <a:lnTo>
                      <a:pt x="13653" y="4021"/>
                    </a:lnTo>
                    <a:cubicBezTo>
                      <a:pt x="13653" y="3742"/>
                      <a:pt x="13409" y="3497"/>
                      <a:pt x="13129" y="3497"/>
                    </a:cubicBezTo>
                    <a:lnTo>
                      <a:pt x="11556" y="3497"/>
                    </a:lnTo>
                    <a:lnTo>
                      <a:pt x="11556" y="2273"/>
                    </a:lnTo>
                    <a:cubicBezTo>
                      <a:pt x="11556" y="1994"/>
                      <a:pt x="11311" y="1749"/>
                      <a:pt x="11031" y="1749"/>
                    </a:cubicBezTo>
                    <a:lnTo>
                      <a:pt x="9458" y="1749"/>
                    </a:lnTo>
                    <a:lnTo>
                      <a:pt x="9458" y="525"/>
                    </a:lnTo>
                    <a:cubicBezTo>
                      <a:pt x="9458" y="245"/>
                      <a:pt x="9213" y="1"/>
                      <a:pt x="893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1"/>
              <p:cNvSpPr/>
              <p:nvPr/>
            </p:nvSpPr>
            <p:spPr>
              <a:xfrm>
                <a:off x="5793963" y="1500500"/>
                <a:ext cx="26250" cy="7867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3147" extrusionOk="0">
                    <a:moveTo>
                      <a:pt x="525" y="0"/>
                    </a:moveTo>
                    <a:cubicBezTo>
                      <a:pt x="228" y="0"/>
                      <a:pt x="1" y="227"/>
                      <a:pt x="1" y="525"/>
                    </a:cubicBezTo>
                    <a:lnTo>
                      <a:pt x="1" y="2622"/>
                    </a:lnTo>
                    <a:cubicBezTo>
                      <a:pt x="1" y="2972"/>
                      <a:pt x="263" y="3147"/>
                      <a:pt x="525" y="3147"/>
                    </a:cubicBezTo>
                    <a:cubicBezTo>
                      <a:pt x="787" y="3147"/>
                      <a:pt x="1050" y="2972"/>
                      <a:pt x="1050" y="2622"/>
                    </a:cubicBezTo>
                    <a:lnTo>
                      <a:pt x="1050" y="525"/>
                    </a:lnTo>
                    <a:cubicBezTo>
                      <a:pt x="1050" y="227"/>
                      <a:pt x="805" y="0"/>
                      <a:pt x="5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1"/>
              <p:cNvSpPr/>
              <p:nvPr/>
            </p:nvSpPr>
            <p:spPr>
              <a:xfrm>
                <a:off x="5741513" y="1500500"/>
                <a:ext cx="26250" cy="7867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3147" extrusionOk="0">
                    <a:moveTo>
                      <a:pt x="525" y="0"/>
                    </a:moveTo>
                    <a:cubicBezTo>
                      <a:pt x="228" y="0"/>
                      <a:pt x="1" y="227"/>
                      <a:pt x="1" y="525"/>
                    </a:cubicBezTo>
                    <a:lnTo>
                      <a:pt x="1" y="2622"/>
                    </a:lnTo>
                    <a:cubicBezTo>
                      <a:pt x="1" y="2972"/>
                      <a:pt x="263" y="3147"/>
                      <a:pt x="525" y="3147"/>
                    </a:cubicBezTo>
                    <a:cubicBezTo>
                      <a:pt x="788" y="3147"/>
                      <a:pt x="1050" y="2972"/>
                      <a:pt x="1050" y="2622"/>
                    </a:cubicBezTo>
                    <a:lnTo>
                      <a:pt x="1050" y="525"/>
                    </a:lnTo>
                    <a:cubicBezTo>
                      <a:pt x="1050" y="227"/>
                      <a:pt x="805" y="0"/>
                      <a:pt x="5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1"/>
              <p:cNvSpPr/>
              <p:nvPr/>
            </p:nvSpPr>
            <p:spPr>
              <a:xfrm>
                <a:off x="5688638" y="1500500"/>
                <a:ext cx="26700" cy="78675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3147" extrusionOk="0">
                    <a:moveTo>
                      <a:pt x="543" y="0"/>
                    </a:moveTo>
                    <a:cubicBezTo>
                      <a:pt x="245" y="0"/>
                      <a:pt x="1" y="227"/>
                      <a:pt x="18" y="525"/>
                    </a:cubicBezTo>
                    <a:lnTo>
                      <a:pt x="18" y="2622"/>
                    </a:lnTo>
                    <a:cubicBezTo>
                      <a:pt x="18" y="2972"/>
                      <a:pt x="280" y="3147"/>
                      <a:pt x="543" y="3147"/>
                    </a:cubicBezTo>
                    <a:cubicBezTo>
                      <a:pt x="805" y="3147"/>
                      <a:pt x="1067" y="2972"/>
                      <a:pt x="1067" y="2622"/>
                    </a:cubicBezTo>
                    <a:lnTo>
                      <a:pt x="1067" y="525"/>
                    </a:lnTo>
                    <a:cubicBezTo>
                      <a:pt x="1067" y="227"/>
                      <a:pt x="822" y="0"/>
                      <a:pt x="54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31"/>
              <p:cNvSpPr/>
              <p:nvPr/>
            </p:nvSpPr>
            <p:spPr>
              <a:xfrm>
                <a:off x="5583763" y="1500500"/>
                <a:ext cx="26250" cy="7867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3147" extrusionOk="0">
                    <a:moveTo>
                      <a:pt x="525" y="0"/>
                    </a:moveTo>
                    <a:cubicBezTo>
                      <a:pt x="245" y="0"/>
                      <a:pt x="0" y="227"/>
                      <a:pt x="0" y="525"/>
                    </a:cubicBezTo>
                    <a:lnTo>
                      <a:pt x="0" y="2622"/>
                    </a:lnTo>
                    <a:cubicBezTo>
                      <a:pt x="0" y="2972"/>
                      <a:pt x="262" y="3147"/>
                      <a:pt x="525" y="3147"/>
                    </a:cubicBezTo>
                    <a:cubicBezTo>
                      <a:pt x="787" y="3147"/>
                      <a:pt x="1049" y="2972"/>
                      <a:pt x="1049" y="2622"/>
                    </a:cubicBezTo>
                    <a:lnTo>
                      <a:pt x="1049" y="525"/>
                    </a:lnTo>
                    <a:cubicBezTo>
                      <a:pt x="1049" y="227"/>
                      <a:pt x="822" y="0"/>
                      <a:pt x="5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31"/>
              <p:cNvSpPr/>
              <p:nvPr/>
            </p:nvSpPr>
            <p:spPr>
              <a:xfrm>
                <a:off x="5636188" y="1500500"/>
                <a:ext cx="26250" cy="7867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3147" extrusionOk="0">
                    <a:moveTo>
                      <a:pt x="525" y="0"/>
                    </a:moveTo>
                    <a:cubicBezTo>
                      <a:pt x="246" y="0"/>
                      <a:pt x="1" y="227"/>
                      <a:pt x="1" y="525"/>
                    </a:cubicBezTo>
                    <a:lnTo>
                      <a:pt x="1" y="2622"/>
                    </a:lnTo>
                    <a:cubicBezTo>
                      <a:pt x="1" y="2972"/>
                      <a:pt x="263" y="3147"/>
                      <a:pt x="525" y="3147"/>
                    </a:cubicBezTo>
                    <a:cubicBezTo>
                      <a:pt x="788" y="3147"/>
                      <a:pt x="1050" y="2972"/>
                      <a:pt x="1050" y="2622"/>
                    </a:cubicBezTo>
                    <a:lnTo>
                      <a:pt x="1050" y="525"/>
                    </a:lnTo>
                    <a:cubicBezTo>
                      <a:pt x="1050" y="227"/>
                      <a:pt x="823" y="0"/>
                      <a:pt x="5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31"/>
              <p:cNvSpPr/>
              <p:nvPr/>
            </p:nvSpPr>
            <p:spPr>
              <a:xfrm>
                <a:off x="5807088" y="1290275"/>
                <a:ext cx="69950" cy="26250"/>
              </a:xfrm>
              <a:custGeom>
                <a:avLst/>
                <a:gdLst/>
                <a:ahLst/>
                <a:cxnLst/>
                <a:rect l="l" t="t" r="r" b="b"/>
                <a:pathLst>
                  <a:path w="2798" h="1050" extrusionOk="0">
                    <a:moveTo>
                      <a:pt x="699" y="1"/>
                    </a:moveTo>
                    <a:cubicBezTo>
                      <a:pt x="0" y="1"/>
                      <a:pt x="0" y="1050"/>
                      <a:pt x="699" y="1050"/>
                    </a:cubicBezTo>
                    <a:lnTo>
                      <a:pt x="2098" y="1050"/>
                    </a:lnTo>
                    <a:cubicBezTo>
                      <a:pt x="2797" y="1050"/>
                      <a:pt x="2797" y="1"/>
                      <a:pt x="209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31"/>
              <p:cNvSpPr/>
              <p:nvPr/>
            </p:nvSpPr>
            <p:spPr>
              <a:xfrm>
                <a:off x="5526938" y="1290275"/>
                <a:ext cx="69950" cy="26250"/>
              </a:xfrm>
              <a:custGeom>
                <a:avLst/>
                <a:gdLst/>
                <a:ahLst/>
                <a:cxnLst/>
                <a:rect l="l" t="t" r="r" b="b"/>
                <a:pathLst>
                  <a:path w="2798" h="1050" extrusionOk="0">
                    <a:moveTo>
                      <a:pt x="700" y="1"/>
                    </a:moveTo>
                    <a:cubicBezTo>
                      <a:pt x="1" y="1"/>
                      <a:pt x="1" y="1050"/>
                      <a:pt x="700" y="1050"/>
                    </a:cubicBezTo>
                    <a:lnTo>
                      <a:pt x="2098" y="1050"/>
                    </a:lnTo>
                    <a:cubicBezTo>
                      <a:pt x="2798" y="1050"/>
                      <a:pt x="2798" y="1"/>
                      <a:pt x="209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89" name="Google Shape;289;p31"/>
          <p:cNvSpPr txBox="1">
            <a:spLocks noGrp="1"/>
          </p:cNvSpPr>
          <p:nvPr>
            <p:ph type="title" idx="2"/>
          </p:nvPr>
        </p:nvSpPr>
        <p:spPr>
          <a:xfrm flipH="1">
            <a:off x="2229450" y="2690526"/>
            <a:ext cx="4685100" cy="55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Introduction</a:t>
            </a:r>
            <a:endParaRPr dirty="0"/>
          </a:p>
        </p:txBody>
      </p:sp>
      <p:sp>
        <p:nvSpPr>
          <p:cNvPr id="290" name="Google Shape;290;p31"/>
          <p:cNvSpPr txBox="1">
            <a:spLocks noGrp="1"/>
          </p:cNvSpPr>
          <p:nvPr>
            <p:ph type="title"/>
          </p:nvPr>
        </p:nvSpPr>
        <p:spPr>
          <a:xfrm rot="-59787">
            <a:off x="3002163" y="1276077"/>
            <a:ext cx="3139675" cy="1095768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292" name="Google Shape;292;p31"/>
          <p:cNvCxnSpPr/>
          <p:nvPr/>
        </p:nvCxnSpPr>
        <p:spPr>
          <a:xfrm>
            <a:off x="2377650" y="3324129"/>
            <a:ext cx="43887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3" name="Google Shape;293;p31"/>
          <p:cNvSpPr txBox="1"/>
          <p:nvPr/>
        </p:nvSpPr>
        <p:spPr>
          <a:xfrm rot="540321">
            <a:off x="7304786" y="3816140"/>
            <a:ext cx="1774776" cy="43827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2"/>
                </a:solidFill>
                <a:latin typeface="Jost SemiBold"/>
                <a:ea typeface="Jost SemiBold"/>
                <a:cs typeface="Jost SemiBold"/>
                <a:sym typeface="Jost SemiBold"/>
              </a:rPr>
              <a:t>2022</a:t>
            </a:r>
            <a:endParaRPr sz="1900">
              <a:solidFill>
                <a:schemeClr val="accent2"/>
              </a:solidFill>
              <a:latin typeface="Jost SemiBold"/>
              <a:ea typeface="Jost SemiBold"/>
              <a:cs typeface="Jost SemiBold"/>
              <a:sym typeface="Jost SemiBold"/>
            </a:endParaRPr>
          </a:p>
        </p:txBody>
      </p:sp>
      <p:grpSp>
        <p:nvGrpSpPr>
          <p:cNvPr id="294" name="Google Shape;294;p31"/>
          <p:cNvGrpSpPr/>
          <p:nvPr/>
        </p:nvGrpSpPr>
        <p:grpSpPr>
          <a:xfrm rot="-654054">
            <a:off x="-62251" y="1005636"/>
            <a:ext cx="1149835" cy="1149835"/>
            <a:chOff x="-1332859" y="1178876"/>
            <a:chExt cx="1149900" cy="1149900"/>
          </a:xfrm>
        </p:grpSpPr>
        <p:sp>
          <p:nvSpPr>
            <p:cNvPr id="295" name="Google Shape;295;p31"/>
            <p:cNvSpPr/>
            <p:nvPr/>
          </p:nvSpPr>
          <p:spPr>
            <a:xfrm>
              <a:off x="-1332859" y="1178876"/>
              <a:ext cx="1149900" cy="1149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1"/>
            <p:cNvSpPr/>
            <p:nvPr/>
          </p:nvSpPr>
          <p:spPr>
            <a:xfrm>
              <a:off x="-1069494" y="1466133"/>
              <a:ext cx="623187" cy="575380"/>
            </a:xfrm>
            <a:custGeom>
              <a:avLst/>
              <a:gdLst/>
              <a:ahLst/>
              <a:cxnLst/>
              <a:rect l="l" t="t" r="r" b="b"/>
              <a:pathLst>
                <a:path w="19423" h="17933" extrusionOk="0">
                  <a:moveTo>
                    <a:pt x="7198" y="1"/>
                  </a:moveTo>
                  <a:cubicBezTo>
                    <a:pt x="4964" y="1"/>
                    <a:pt x="2780" y="1694"/>
                    <a:pt x="2780" y="4384"/>
                  </a:cubicBezTo>
                  <a:cubicBezTo>
                    <a:pt x="2780" y="4786"/>
                    <a:pt x="2832" y="5188"/>
                    <a:pt x="2955" y="5573"/>
                  </a:cubicBezTo>
                  <a:cubicBezTo>
                    <a:pt x="0" y="7636"/>
                    <a:pt x="1451" y="12268"/>
                    <a:pt x="5070" y="12268"/>
                  </a:cubicBezTo>
                  <a:lnTo>
                    <a:pt x="5245" y="12268"/>
                  </a:lnTo>
                  <a:cubicBezTo>
                    <a:pt x="5245" y="12775"/>
                    <a:pt x="5315" y="13282"/>
                    <a:pt x="5472" y="13772"/>
                  </a:cubicBezTo>
                  <a:cubicBezTo>
                    <a:pt x="5542" y="13982"/>
                    <a:pt x="5752" y="14139"/>
                    <a:pt x="5979" y="14139"/>
                  </a:cubicBezTo>
                  <a:cubicBezTo>
                    <a:pt x="6031" y="14139"/>
                    <a:pt x="6084" y="14121"/>
                    <a:pt x="6136" y="14104"/>
                  </a:cubicBezTo>
                  <a:cubicBezTo>
                    <a:pt x="6399" y="14016"/>
                    <a:pt x="6556" y="13737"/>
                    <a:pt x="6468" y="13457"/>
                  </a:cubicBezTo>
                  <a:cubicBezTo>
                    <a:pt x="5603" y="10694"/>
                    <a:pt x="7780" y="8209"/>
                    <a:pt x="10312" y="8209"/>
                  </a:cubicBezTo>
                  <a:cubicBezTo>
                    <a:pt x="10951" y="8209"/>
                    <a:pt x="11613" y="8367"/>
                    <a:pt x="12255" y="8720"/>
                  </a:cubicBezTo>
                  <a:lnTo>
                    <a:pt x="11486" y="8860"/>
                  </a:lnTo>
                  <a:cubicBezTo>
                    <a:pt x="10845" y="8946"/>
                    <a:pt x="10925" y="9891"/>
                    <a:pt x="11556" y="9891"/>
                  </a:cubicBezTo>
                  <a:cubicBezTo>
                    <a:pt x="11561" y="9891"/>
                    <a:pt x="11567" y="9891"/>
                    <a:pt x="11573" y="9891"/>
                  </a:cubicBezTo>
                  <a:lnTo>
                    <a:pt x="11678" y="9891"/>
                  </a:lnTo>
                  <a:lnTo>
                    <a:pt x="13618" y="9559"/>
                  </a:lnTo>
                  <a:cubicBezTo>
                    <a:pt x="13915" y="9506"/>
                    <a:pt x="14108" y="9227"/>
                    <a:pt x="14055" y="8947"/>
                  </a:cubicBezTo>
                  <a:lnTo>
                    <a:pt x="13706" y="6989"/>
                  </a:lnTo>
                  <a:cubicBezTo>
                    <a:pt x="13653" y="6693"/>
                    <a:pt x="13428" y="6558"/>
                    <a:pt x="13200" y="6558"/>
                  </a:cubicBezTo>
                  <a:cubicBezTo>
                    <a:pt x="12905" y="6558"/>
                    <a:pt x="12605" y="6786"/>
                    <a:pt x="12674" y="7181"/>
                  </a:cubicBezTo>
                  <a:lnTo>
                    <a:pt x="12797" y="7811"/>
                  </a:lnTo>
                  <a:cubicBezTo>
                    <a:pt x="12006" y="7374"/>
                    <a:pt x="11164" y="7172"/>
                    <a:pt x="10341" y="7172"/>
                  </a:cubicBezTo>
                  <a:cubicBezTo>
                    <a:pt x="8034" y="7172"/>
                    <a:pt x="5870" y="8759"/>
                    <a:pt x="5367" y="11219"/>
                  </a:cubicBezTo>
                  <a:lnTo>
                    <a:pt x="5070" y="11219"/>
                  </a:lnTo>
                  <a:cubicBezTo>
                    <a:pt x="5056" y="11220"/>
                    <a:pt x="5042" y="11220"/>
                    <a:pt x="5028" y="11220"/>
                  </a:cubicBezTo>
                  <a:cubicBezTo>
                    <a:pt x="2558" y="11220"/>
                    <a:pt x="1445" y="8134"/>
                    <a:pt x="3374" y="6569"/>
                  </a:cubicBezTo>
                  <a:lnTo>
                    <a:pt x="3374" y="6569"/>
                  </a:lnTo>
                  <a:cubicBezTo>
                    <a:pt x="3567" y="6902"/>
                    <a:pt x="3794" y="7199"/>
                    <a:pt x="4056" y="7478"/>
                  </a:cubicBezTo>
                  <a:cubicBezTo>
                    <a:pt x="4174" y="7592"/>
                    <a:pt x="4303" y="7640"/>
                    <a:pt x="4427" y="7640"/>
                  </a:cubicBezTo>
                  <a:cubicBezTo>
                    <a:pt x="4838" y="7640"/>
                    <a:pt x="5184" y="7116"/>
                    <a:pt x="4808" y="6727"/>
                  </a:cubicBezTo>
                  <a:cubicBezTo>
                    <a:pt x="4493" y="6412"/>
                    <a:pt x="4231" y="6028"/>
                    <a:pt x="4073" y="5608"/>
                  </a:cubicBezTo>
                  <a:cubicBezTo>
                    <a:pt x="3916" y="5206"/>
                    <a:pt x="3829" y="4804"/>
                    <a:pt x="3829" y="4384"/>
                  </a:cubicBezTo>
                  <a:cubicBezTo>
                    <a:pt x="3829" y="2347"/>
                    <a:pt x="5485" y="1055"/>
                    <a:pt x="7181" y="1055"/>
                  </a:cubicBezTo>
                  <a:cubicBezTo>
                    <a:pt x="8133" y="1055"/>
                    <a:pt x="9098" y="1462"/>
                    <a:pt x="9790" y="2374"/>
                  </a:cubicBezTo>
                  <a:cubicBezTo>
                    <a:pt x="9720" y="2444"/>
                    <a:pt x="9633" y="2514"/>
                    <a:pt x="9563" y="2584"/>
                  </a:cubicBezTo>
                  <a:cubicBezTo>
                    <a:pt x="9172" y="2961"/>
                    <a:pt x="9529" y="3494"/>
                    <a:pt x="9946" y="3494"/>
                  </a:cubicBezTo>
                  <a:cubicBezTo>
                    <a:pt x="10069" y="3494"/>
                    <a:pt x="10198" y="3447"/>
                    <a:pt x="10314" y="3335"/>
                  </a:cubicBezTo>
                  <a:cubicBezTo>
                    <a:pt x="10454" y="3196"/>
                    <a:pt x="10629" y="3056"/>
                    <a:pt x="10804" y="2933"/>
                  </a:cubicBezTo>
                  <a:cubicBezTo>
                    <a:pt x="11315" y="2603"/>
                    <a:pt x="11868" y="2453"/>
                    <a:pt x="12408" y="2453"/>
                  </a:cubicBezTo>
                  <a:cubicBezTo>
                    <a:pt x="13953" y="2453"/>
                    <a:pt x="15384" y="3684"/>
                    <a:pt x="15384" y="5433"/>
                  </a:cubicBezTo>
                  <a:cubicBezTo>
                    <a:pt x="15384" y="5643"/>
                    <a:pt x="15366" y="5835"/>
                    <a:pt x="15331" y="6045"/>
                  </a:cubicBezTo>
                  <a:cubicBezTo>
                    <a:pt x="15267" y="6369"/>
                    <a:pt x="15517" y="6663"/>
                    <a:pt x="15846" y="6663"/>
                  </a:cubicBezTo>
                  <a:cubicBezTo>
                    <a:pt x="15872" y="6663"/>
                    <a:pt x="15899" y="6661"/>
                    <a:pt x="15926" y="6657"/>
                  </a:cubicBezTo>
                  <a:cubicBezTo>
                    <a:pt x="17167" y="6657"/>
                    <a:pt x="18198" y="7688"/>
                    <a:pt x="18198" y="8947"/>
                  </a:cubicBezTo>
                  <a:cubicBezTo>
                    <a:pt x="18198" y="10188"/>
                    <a:pt x="17167" y="11219"/>
                    <a:pt x="15926" y="11219"/>
                  </a:cubicBezTo>
                  <a:lnTo>
                    <a:pt x="15279" y="11219"/>
                  </a:lnTo>
                  <a:cubicBezTo>
                    <a:pt x="15244" y="11045"/>
                    <a:pt x="15209" y="10887"/>
                    <a:pt x="15157" y="10713"/>
                  </a:cubicBezTo>
                  <a:cubicBezTo>
                    <a:pt x="15075" y="10455"/>
                    <a:pt x="14876" y="10345"/>
                    <a:pt x="14674" y="10345"/>
                  </a:cubicBezTo>
                  <a:cubicBezTo>
                    <a:pt x="14356" y="10345"/>
                    <a:pt x="14032" y="10620"/>
                    <a:pt x="14160" y="11027"/>
                  </a:cubicBezTo>
                  <a:cubicBezTo>
                    <a:pt x="15026" y="13791"/>
                    <a:pt x="12849" y="16276"/>
                    <a:pt x="10317" y="16276"/>
                  </a:cubicBezTo>
                  <a:cubicBezTo>
                    <a:pt x="9677" y="16276"/>
                    <a:pt x="9015" y="16117"/>
                    <a:pt x="8374" y="15765"/>
                  </a:cubicBezTo>
                  <a:lnTo>
                    <a:pt x="9143" y="15625"/>
                  </a:lnTo>
                  <a:cubicBezTo>
                    <a:pt x="9787" y="15509"/>
                    <a:pt x="9667" y="14583"/>
                    <a:pt x="9063" y="14583"/>
                  </a:cubicBezTo>
                  <a:cubicBezTo>
                    <a:pt x="9027" y="14583"/>
                    <a:pt x="8990" y="14587"/>
                    <a:pt x="8951" y="14593"/>
                  </a:cubicBezTo>
                  <a:lnTo>
                    <a:pt x="7010" y="14943"/>
                  </a:lnTo>
                  <a:cubicBezTo>
                    <a:pt x="6713" y="14978"/>
                    <a:pt x="6521" y="15258"/>
                    <a:pt x="6573" y="15555"/>
                  </a:cubicBezTo>
                  <a:lnTo>
                    <a:pt x="6923" y="17495"/>
                  </a:lnTo>
                  <a:cubicBezTo>
                    <a:pt x="6958" y="17740"/>
                    <a:pt x="7168" y="17932"/>
                    <a:pt x="7430" y="17932"/>
                  </a:cubicBezTo>
                  <a:lnTo>
                    <a:pt x="7517" y="17932"/>
                  </a:lnTo>
                  <a:cubicBezTo>
                    <a:pt x="7815" y="17880"/>
                    <a:pt x="8007" y="17618"/>
                    <a:pt x="7954" y="17320"/>
                  </a:cubicBezTo>
                  <a:lnTo>
                    <a:pt x="7849" y="16691"/>
                  </a:lnTo>
                  <a:lnTo>
                    <a:pt x="7849" y="16691"/>
                  </a:lnTo>
                  <a:cubicBezTo>
                    <a:pt x="8646" y="17133"/>
                    <a:pt x="9485" y="17335"/>
                    <a:pt x="10303" y="17335"/>
                  </a:cubicBezTo>
                  <a:cubicBezTo>
                    <a:pt x="12949" y="17335"/>
                    <a:pt x="15371" y="15220"/>
                    <a:pt x="15384" y="12268"/>
                  </a:cubicBezTo>
                  <a:lnTo>
                    <a:pt x="15926" y="12268"/>
                  </a:lnTo>
                  <a:cubicBezTo>
                    <a:pt x="15948" y="12269"/>
                    <a:pt x="15970" y="12269"/>
                    <a:pt x="15992" y="12269"/>
                  </a:cubicBezTo>
                  <a:cubicBezTo>
                    <a:pt x="17712" y="12269"/>
                    <a:pt x="19162" y="10935"/>
                    <a:pt x="19300" y="9209"/>
                  </a:cubicBezTo>
                  <a:cubicBezTo>
                    <a:pt x="19422" y="7444"/>
                    <a:pt x="18163" y="5888"/>
                    <a:pt x="16433" y="5660"/>
                  </a:cubicBezTo>
                  <a:lnTo>
                    <a:pt x="16433" y="5433"/>
                  </a:lnTo>
                  <a:cubicBezTo>
                    <a:pt x="16419" y="3116"/>
                    <a:pt x="14512" y="1409"/>
                    <a:pt x="12395" y="1409"/>
                  </a:cubicBezTo>
                  <a:cubicBezTo>
                    <a:pt x="11828" y="1409"/>
                    <a:pt x="11246" y="1531"/>
                    <a:pt x="10681" y="1797"/>
                  </a:cubicBezTo>
                  <a:cubicBezTo>
                    <a:pt x="9771" y="556"/>
                    <a:pt x="8476" y="1"/>
                    <a:pt x="71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7" name="Google Shape;297;p31"/>
          <p:cNvGrpSpPr/>
          <p:nvPr/>
        </p:nvGrpSpPr>
        <p:grpSpPr>
          <a:xfrm>
            <a:off x="524741" y="319401"/>
            <a:ext cx="1149900" cy="1149900"/>
            <a:chOff x="783766" y="1851351"/>
            <a:chExt cx="1149900" cy="1149900"/>
          </a:xfrm>
        </p:grpSpPr>
        <p:sp>
          <p:nvSpPr>
            <p:cNvPr id="298" name="Google Shape;298;p31"/>
            <p:cNvSpPr/>
            <p:nvPr/>
          </p:nvSpPr>
          <p:spPr>
            <a:xfrm>
              <a:off x="783766" y="1851351"/>
              <a:ext cx="1149900" cy="114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9" name="Google Shape;299;p31"/>
            <p:cNvGrpSpPr/>
            <p:nvPr/>
          </p:nvGrpSpPr>
          <p:grpSpPr>
            <a:xfrm>
              <a:off x="1007976" y="2192980"/>
              <a:ext cx="701684" cy="466733"/>
              <a:chOff x="3992088" y="1299025"/>
              <a:chExt cx="486875" cy="323850"/>
            </a:xfrm>
          </p:grpSpPr>
          <p:sp>
            <p:nvSpPr>
              <p:cNvPr id="300" name="Google Shape;300;p31"/>
              <p:cNvSpPr/>
              <p:nvPr/>
            </p:nvSpPr>
            <p:spPr>
              <a:xfrm>
                <a:off x="3992088" y="1299025"/>
                <a:ext cx="48687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19475" h="12954" extrusionOk="0">
                    <a:moveTo>
                      <a:pt x="12097" y="1381"/>
                    </a:moveTo>
                    <a:cubicBezTo>
                      <a:pt x="12080" y="1416"/>
                      <a:pt x="12080" y="1451"/>
                      <a:pt x="12062" y="1469"/>
                    </a:cubicBezTo>
                    <a:cubicBezTo>
                      <a:pt x="11940" y="1836"/>
                      <a:pt x="11835" y="2203"/>
                      <a:pt x="11783" y="2570"/>
                    </a:cubicBezTo>
                    <a:lnTo>
                      <a:pt x="10751" y="2570"/>
                    </a:lnTo>
                    <a:cubicBezTo>
                      <a:pt x="11083" y="2063"/>
                      <a:pt x="11555" y="1644"/>
                      <a:pt x="12097" y="1381"/>
                    </a:cubicBezTo>
                    <a:close/>
                    <a:moveTo>
                      <a:pt x="13548" y="1049"/>
                    </a:moveTo>
                    <a:cubicBezTo>
                      <a:pt x="13601" y="1049"/>
                      <a:pt x="13828" y="1224"/>
                      <a:pt x="14055" y="1888"/>
                    </a:cubicBezTo>
                    <a:cubicBezTo>
                      <a:pt x="14143" y="2116"/>
                      <a:pt x="14195" y="2343"/>
                      <a:pt x="14247" y="2570"/>
                    </a:cubicBezTo>
                    <a:lnTo>
                      <a:pt x="12849" y="2570"/>
                    </a:lnTo>
                    <a:cubicBezTo>
                      <a:pt x="12901" y="2343"/>
                      <a:pt x="12954" y="2116"/>
                      <a:pt x="13041" y="1888"/>
                    </a:cubicBezTo>
                    <a:cubicBezTo>
                      <a:pt x="13251" y="1224"/>
                      <a:pt x="13496" y="1067"/>
                      <a:pt x="13548" y="1049"/>
                    </a:cubicBezTo>
                    <a:close/>
                    <a:moveTo>
                      <a:pt x="14999" y="1381"/>
                    </a:moveTo>
                    <a:lnTo>
                      <a:pt x="14999" y="1381"/>
                    </a:lnTo>
                    <a:cubicBezTo>
                      <a:pt x="15541" y="1661"/>
                      <a:pt x="16013" y="2063"/>
                      <a:pt x="16345" y="2570"/>
                    </a:cubicBezTo>
                    <a:lnTo>
                      <a:pt x="15314" y="2570"/>
                    </a:lnTo>
                    <a:cubicBezTo>
                      <a:pt x="15261" y="2203"/>
                      <a:pt x="15156" y="1836"/>
                      <a:pt x="15034" y="1486"/>
                    </a:cubicBezTo>
                    <a:cubicBezTo>
                      <a:pt x="15034" y="1451"/>
                      <a:pt x="15017" y="1416"/>
                      <a:pt x="14999" y="1381"/>
                    </a:cubicBezTo>
                    <a:close/>
                    <a:moveTo>
                      <a:pt x="6993" y="1049"/>
                    </a:moveTo>
                    <a:lnTo>
                      <a:pt x="6993" y="3497"/>
                    </a:lnTo>
                    <a:lnTo>
                      <a:pt x="1049" y="3497"/>
                    </a:lnTo>
                    <a:lnTo>
                      <a:pt x="1049" y="1049"/>
                    </a:lnTo>
                    <a:close/>
                    <a:moveTo>
                      <a:pt x="11643" y="3619"/>
                    </a:moveTo>
                    <a:cubicBezTo>
                      <a:pt x="11625" y="3864"/>
                      <a:pt x="11625" y="4126"/>
                      <a:pt x="11625" y="4371"/>
                    </a:cubicBezTo>
                    <a:cubicBezTo>
                      <a:pt x="11625" y="4633"/>
                      <a:pt x="11625" y="4895"/>
                      <a:pt x="11643" y="5140"/>
                    </a:cubicBezTo>
                    <a:lnTo>
                      <a:pt x="10314" y="5140"/>
                    </a:lnTo>
                    <a:cubicBezTo>
                      <a:pt x="10244" y="4895"/>
                      <a:pt x="10227" y="4633"/>
                      <a:pt x="10227" y="4371"/>
                    </a:cubicBezTo>
                    <a:cubicBezTo>
                      <a:pt x="10227" y="4126"/>
                      <a:pt x="10244" y="3864"/>
                      <a:pt x="10314" y="3619"/>
                    </a:cubicBezTo>
                    <a:close/>
                    <a:moveTo>
                      <a:pt x="14387" y="3619"/>
                    </a:moveTo>
                    <a:cubicBezTo>
                      <a:pt x="14422" y="3864"/>
                      <a:pt x="14422" y="4126"/>
                      <a:pt x="14422" y="4371"/>
                    </a:cubicBezTo>
                    <a:cubicBezTo>
                      <a:pt x="14422" y="4633"/>
                      <a:pt x="14422" y="4895"/>
                      <a:pt x="14387" y="5140"/>
                    </a:cubicBezTo>
                    <a:lnTo>
                      <a:pt x="12709" y="5140"/>
                    </a:lnTo>
                    <a:cubicBezTo>
                      <a:pt x="12692" y="4895"/>
                      <a:pt x="12674" y="4633"/>
                      <a:pt x="12674" y="4371"/>
                    </a:cubicBezTo>
                    <a:cubicBezTo>
                      <a:pt x="12674" y="4126"/>
                      <a:pt x="12674" y="3864"/>
                      <a:pt x="12709" y="3619"/>
                    </a:cubicBezTo>
                    <a:close/>
                    <a:moveTo>
                      <a:pt x="16782" y="3619"/>
                    </a:moveTo>
                    <a:cubicBezTo>
                      <a:pt x="16852" y="3864"/>
                      <a:pt x="16870" y="4126"/>
                      <a:pt x="16870" y="4371"/>
                    </a:cubicBezTo>
                    <a:cubicBezTo>
                      <a:pt x="16870" y="4633"/>
                      <a:pt x="16852" y="4895"/>
                      <a:pt x="16782" y="5140"/>
                    </a:cubicBezTo>
                    <a:lnTo>
                      <a:pt x="15454" y="5140"/>
                    </a:lnTo>
                    <a:cubicBezTo>
                      <a:pt x="15471" y="4895"/>
                      <a:pt x="15471" y="4633"/>
                      <a:pt x="15471" y="4371"/>
                    </a:cubicBezTo>
                    <a:cubicBezTo>
                      <a:pt x="15471" y="4126"/>
                      <a:pt x="15471" y="3864"/>
                      <a:pt x="15454" y="3619"/>
                    </a:cubicBezTo>
                    <a:close/>
                    <a:moveTo>
                      <a:pt x="6993" y="4545"/>
                    </a:moveTo>
                    <a:lnTo>
                      <a:pt x="6993" y="5612"/>
                    </a:lnTo>
                    <a:lnTo>
                      <a:pt x="1049" y="5612"/>
                    </a:lnTo>
                    <a:lnTo>
                      <a:pt x="1049" y="4545"/>
                    </a:lnTo>
                    <a:close/>
                    <a:moveTo>
                      <a:pt x="11783" y="6189"/>
                    </a:moveTo>
                    <a:cubicBezTo>
                      <a:pt x="11835" y="6556"/>
                      <a:pt x="11940" y="6923"/>
                      <a:pt x="12062" y="7273"/>
                    </a:cubicBezTo>
                    <a:cubicBezTo>
                      <a:pt x="12062" y="7308"/>
                      <a:pt x="12080" y="7342"/>
                      <a:pt x="12097" y="7377"/>
                    </a:cubicBezTo>
                    <a:cubicBezTo>
                      <a:pt x="11555" y="7098"/>
                      <a:pt x="11083" y="6696"/>
                      <a:pt x="10751" y="6189"/>
                    </a:cubicBezTo>
                    <a:close/>
                    <a:moveTo>
                      <a:pt x="16328" y="6189"/>
                    </a:moveTo>
                    <a:cubicBezTo>
                      <a:pt x="16013" y="6696"/>
                      <a:pt x="15541" y="7098"/>
                      <a:pt x="14999" y="7377"/>
                    </a:cubicBezTo>
                    <a:cubicBezTo>
                      <a:pt x="14999" y="7342"/>
                      <a:pt x="15017" y="7308"/>
                      <a:pt x="15034" y="7273"/>
                    </a:cubicBezTo>
                    <a:cubicBezTo>
                      <a:pt x="15156" y="6923"/>
                      <a:pt x="15261" y="6556"/>
                      <a:pt x="15314" y="6189"/>
                    </a:cubicBezTo>
                    <a:close/>
                    <a:moveTo>
                      <a:pt x="4633" y="6643"/>
                    </a:moveTo>
                    <a:lnTo>
                      <a:pt x="4790" y="7710"/>
                    </a:lnTo>
                    <a:lnTo>
                      <a:pt x="3234" y="7710"/>
                    </a:lnTo>
                    <a:lnTo>
                      <a:pt x="3409" y="6643"/>
                    </a:lnTo>
                    <a:close/>
                    <a:moveTo>
                      <a:pt x="14247" y="6189"/>
                    </a:moveTo>
                    <a:cubicBezTo>
                      <a:pt x="14195" y="6416"/>
                      <a:pt x="14143" y="6643"/>
                      <a:pt x="14055" y="6870"/>
                    </a:cubicBezTo>
                    <a:cubicBezTo>
                      <a:pt x="13828" y="7535"/>
                      <a:pt x="13601" y="7692"/>
                      <a:pt x="13548" y="7710"/>
                    </a:cubicBezTo>
                    <a:cubicBezTo>
                      <a:pt x="13496" y="7710"/>
                      <a:pt x="13268" y="7535"/>
                      <a:pt x="13041" y="6870"/>
                    </a:cubicBezTo>
                    <a:cubicBezTo>
                      <a:pt x="12954" y="6643"/>
                      <a:pt x="12901" y="6416"/>
                      <a:pt x="12849" y="6189"/>
                    </a:cubicBezTo>
                    <a:close/>
                    <a:moveTo>
                      <a:pt x="16870" y="8758"/>
                    </a:moveTo>
                    <a:lnTo>
                      <a:pt x="16870" y="11888"/>
                    </a:lnTo>
                    <a:lnTo>
                      <a:pt x="1049" y="11888"/>
                    </a:lnTo>
                    <a:lnTo>
                      <a:pt x="1049" y="8758"/>
                    </a:lnTo>
                    <a:close/>
                    <a:moveTo>
                      <a:pt x="525" y="0"/>
                    </a:moveTo>
                    <a:cubicBezTo>
                      <a:pt x="245" y="0"/>
                      <a:pt x="0" y="245"/>
                      <a:pt x="0" y="525"/>
                    </a:cubicBezTo>
                    <a:lnTo>
                      <a:pt x="0" y="6136"/>
                    </a:lnTo>
                    <a:cubicBezTo>
                      <a:pt x="0" y="6416"/>
                      <a:pt x="245" y="6661"/>
                      <a:pt x="525" y="6661"/>
                    </a:cubicBezTo>
                    <a:lnTo>
                      <a:pt x="2360" y="6661"/>
                    </a:lnTo>
                    <a:lnTo>
                      <a:pt x="2185" y="7710"/>
                    </a:lnTo>
                    <a:lnTo>
                      <a:pt x="525" y="7710"/>
                    </a:lnTo>
                    <a:cubicBezTo>
                      <a:pt x="227" y="7710"/>
                      <a:pt x="0" y="7937"/>
                      <a:pt x="0" y="8234"/>
                    </a:cubicBezTo>
                    <a:lnTo>
                      <a:pt x="0" y="12430"/>
                    </a:lnTo>
                    <a:cubicBezTo>
                      <a:pt x="0" y="12709"/>
                      <a:pt x="227" y="12954"/>
                      <a:pt x="525" y="12954"/>
                    </a:cubicBezTo>
                    <a:lnTo>
                      <a:pt x="17394" y="12954"/>
                    </a:lnTo>
                    <a:cubicBezTo>
                      <a:pt x="17691" y="12954"/>
                      <a:pt x="17919" y="12709"/>
                      <a:pt x="17919" y="12430"/>
                    </a:cubicBezTo>
                    <a:lnTo>
                      <a:pt x="17919" y="8234"/>
                    </a:lnTo>
                    <a:cubicBezTo>
                      <a:pt x="17919" y="7937"/>
                      <a:pt x="17691" y="7710"/>
                      <a:pt x="17394" y="7710"/>
                    </a:cubicBezTo>
                    <a:lnTo>
                      <a:pt x="16398" y="7710"/>
                    </a:lnTo>
                    <a:cubicBezTo>
                      <a:pt x="19474" y="5070"/>
                      <a:pt x="17604" y="18"/>
                      <a:pt x="13548" y="18"/>
                    </a:cubicBezTo>
                    <a:cubicBezTo>
                      <a:pt x="9492" y="18"/>
                      <a:pt x="7622" y="5070"/>
                      <a:pt x="10716" y="7710"/>
                    </a:cubicBezTo>
                    <a:lnTo>
                      <a:pt x="5874" y="7710"/>
                    </a:lnTo>
                    <a:lnTo>
                      <a:pt x="5699" y="6661"/>
                    </a:lnTo>
                    <a:lnTo>
                      <a:pt x="7517" y="6661"/>
                    </a:lnTo>
                    <a:cubicBezTo>
                      <a:pt x="7814" y="6661"/>
                      <a:pt x="8059" y="6416"/>
                      <a:pt x="8059" y="6136"/>
                    </a:cubicBezTo>
                    <a:lnTo>
                      <a:pt x="8059" y="525"/>
                    </a:lnTo>
                    <a:cubicBezTo>
                      <a:pt x="8042" y="245"/>
                      <a:pt x="7814" y="0"/>
                      <a:pt x="75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31"/>
              <p:cNvSpPr/>
              <p:nvPr/>
            </p:nvSpPr>
            <p:spPr>
              <a:xfrm>
                <a:off x="4040163" y="1544200"/>
                <a:ext cx="30600" cy="26150"/>
              </a:xfrm>
              <a:custGeom>
                <a:avLst/>
                <a:gdLst/>
                <a:ahLst/>
                <a:cxnLst/>
                <a:rect l="l" t="t" r="r" b="b"/>
                <a:pathLst>
                  <a:path w="1224" h="1046" extrusionOk="0">
                    <a:moveTo>
                      <a:pt x="699" y="0"/>
                    </a:moveTo>
                    <a:cubicBezTo>
                      <a:pt x="227" y="0"/>
                      <a:pt x="0" y="560"/>
                      <a:pt x="332" y="892"/>
                    </a:cubicBezTo>
                    <a:cubicBezTo>
                      <a:pt x="439" y="998"/>
                      <a:pt x="569" y="1046"/>
                      <a:pt x="696" y="1046"/>
                    </a:cubicBezTo>
                    <a:cubicBezTo>
                      <a:pt x="966" y="1046"/>
                      <a:pt x="1224" y="834"/>
                      <a:pt x="1224" y="525"/>
                    </a:cubicBezTo>
                    <a:cubicBezTo>
                      <a:pt x="1224" y="228"/>
                      <a:pt x="997" y="0"/>
                      <a:pt x="6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31"/>
              <p:cNvSpPr/>
              <p:nvPr/>
            </p:nvSpPr>
            <p:spPr>
              <a:xfrm>
                <a:off x="4092588" y="1544200"/>
                <a:ext cx="30625" cy="26150"/>
              </a:xfrm>
              <a:custGeom>
                <a:avLst/>
                <a:gdLst/>
                <a:ahLst/>
                <a:cxnLst/>
                <a:rect l="l" t="t" r="r" b="b"/>
                <a:pathLst>
                  <a:path w="1225" h="1046" extrusionOk="0">
                    <a:moveTo>
                      <a:pt x="700" y="0"/>
                    </a:moveTo>
                    <a:cubicBezTo>
                      <a:pt x="228" y="0"/>
                      <a:pt x="1" y="560"/>
                      <a:pt x="333" y="892"/>
                    </a:cubicBezTo>
                    <a:cubicBezTo>
                      <a:pt x="439" y="998"/>
                      <a:pt x="569" y="1046"/>
                      <a:pt x="697" y="1046"/>
                    </a:cubicBezTo>
                    <a:cubicBezTo>
                      <a:pt x="966" y="1046"/>
                      <a:pt x="1225" y="834"/>
                      <a:pt x="1225" y="525"/>
                    </a:cubicBezTo>
                    <a:cubicBezTo>
                      <a:pt x="1225" y="228"/>
                      <a:pt x="997" y="0"/>
                      <a:pt x="7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31"/>
              <p:cNvSpPr/>
              <p:nvPr/>
            </p:nvSpPr>
            <p:spPr>
              <a:xfrm>
                <a:off x="4256488" y="1544200"/>
                <a:ext cx="134625" cy="26250"/>
              </a:xfrm>
              <a:custGeom>
                <a:avLst/>
                <a:gdLst/>
                <a:ahLst/>
                <a:cxnLst/>
                <a:rect l="l" t="t" r="r" b="b"/>
                <a:pathLst>
                  <a:path w="5385" h="1050" extrusionOk="0">
                    <a:moveTo>
                      <a:pt x="525" y="0"/>
                    </a:moveTo>
                    <a:cubicBezTo>
                      <a:pt x="228" y="0"/>
                      <a:pt x="0" y="228"/>
                      <a:pt x="0" y="525"/>
                    </a:cubicBezTo>
                    <a:cubicBezTo>
                      <a:pt x="0" y="804"/>
                      <a:pt x="228" y="1049"/>
                      <a:pt x="525" y="1049"/>
                    </a:cubicBezTo>
                    <a:lnTo>
                      <a:pt x="4720" y="1049"/>
                    </a:lnTo>
                    <a:cubicBezTo>
                      <a:pt x="5385" y="997"/>
                      <a:pt x="5385" y="35"/>
                      <a:pt x="47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7" name="Picture 2" descr="RV TechLear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730" y="119664"/>
            <a:ext cx="913681" cy="91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2"/>
          <p:cNvSpPr txBox="1">
            <a:spLocks noGrp="1"/>
          </p:cNvSpPr>
          <p:nvPr>
            <p:ph type="title"/>
          </p:nvPr>
        </p:nvSpPr>
        <p:spPr>
          <a:xfrm>
            <a:off x="714175" y="1372925"/>
            <a:ext cx="4121400" cy="66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Objective</a:t>
            </a:r>
            <a:endParaRPr sz="4000" dirty="0"/>
          </a:p>
        </p:txBody>
      </p:sp>
      <p:sp>
        <p:nvSpPr>
          <p:cNvPr id="309" name="Google Shape;309;p32"/>
          <p:cNvSpPr txBox="1">
            <a:spLocks noGrp="1"/>
          </p:cNvSpPr>
          <p:nvPr>
            <p:ph type="subTitle" idx="1"/>
          </p:nvPr>
        </p:nvSpPr>
        <p:spPr>
          <a:xfrm>
            <a:off x="714175" y="2306875"/>
            <a:ext cx="4121400" cy="1463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dirty="0"/>
              <a:t>To gain hands-on experience with AWS event-driven architecture by configuring Amazon S3 to send real-time notifications using Amazon SNS when specific events, such as object creation, occur in the bucket.</a:t>
            </a:r>
          </a:p>
        </p:txBody>
      </p:sp>
      <p:cxnSp>
        <p:nvCxnSpPr>
          <p:cNvPr id="310" name="Google Shape;310;p32"/>
          <p:cNvCxnSpPr/>
          <p:nvPr/>
        </p:nvCxnSpPr>
        <p:spPr>
          <a:xfrm>
            <a:off x="2091200" y="2036225"/>
            <a:ext cx="2744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11" name="Google Shape;311;p32"/>
          <p:cNvPicPr preferRelativeResize="0"/>
          <p:nvPr/>
        </p:nvPicPr>
        <p:blipFill rotWithShape="1">
          <a:blip r:embed="rId3">
            <a:alphaModFix/>
          </a:blip>
          <a:srcRect l="20363" r="13134"/>
          <a:stretch/>
        </p:blipFill>
        <p:spPr>
          <a:xfrm>
            <a:off x="5834224" y="1273750"/>
            <a:ext cx="2595600" cy="25959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312" name="Google Shape;312;p32"/>
          <p:cNvGrpSpPr/>
          <p:nvPr/>
        </p:nvGrpSpPr>
        <p:grpSpPr>
          <a:xfrm rot="979531">
            <a:off x="5536109" y="2819294"/>
            <a:ext cx="1149924" cy="1149924"/>
            <a:chOff x="5676940" y="2897025"/>
            <a:chExt cx="1149900" cy="1149900"/>
          </a:xfrm>
        </p:grpSpPr>
        <p:sp>
          <p:nvSpPr>
            <p:cNvPr id="313" name="Google Shape;313;p32"/>
            <p:cNvSpPr/>
            <p:nvPr/>
          </p:nvSpPr>
          <p:spPr>
            <a:xfrm>
              <a:off x="5676940" y="2897025"/>
              <a:ext cx="1149900" cy="1149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14" name="Google Shape;314;p32"/>
            <p:cNvGrpSpPr/>
            <p:nvPr/>
          </p:nvGrpSpPr>
          <p:grpSpPr>
            <a:xfrm>
              <a:off x="5974395" y="3217437"/>
              <a:ext cx="555041" cy="509539"/>
              <a:chOff x="3992088" y="3334725"/>
              <a:chExt cx="447975" cy="411250"/>
            </a:xfrm>
          </p:grpSpPr>
          <p:sp>
            <p:nvSpPr>
              <p:cNvPr id="315" name="Google Shape;315;p32"/>
              <p:cNvSpPr/>
              <p:nvPr/>
            </p:nvSpPr>
            <p:spPr>
              <a:xfrm>
                <a:off x="3992088" y="3334725"/>
                <a:ext cx="447975" cy="411250"/>
              </a:xfrm>
              <a:custGeom>
                <a:avLst/>
                <a:gdLst/>
                <a:ahLst/>
                <a:cxnLst/>
                <a:rect l="l" t="t" r="r" b="b"/>
                <a:pathLst>
                  <a:path w="17919" h="16450" extrusionOk="0">
                    <a:moveTo>
                      <a:pt x="5891" y="1049"/>
                    </a:moveTo>
                    <a:lnTo>
                      <a:pt x="7832" y="3321"/>
                    </a:lnTo>
                    <a:cubicBezTo>
                      <a:pt x="7919" y="3444"/>
                      <a:pt x="8077" y="3496"/>
                      <a:pt x="8234" y="3514"/>
                    </a:cubicBezTo>
                    <a:lnTo>
                      <a:pt x="16870" y="3514"/>
                    </a:lnTo>
                    <a:lnTo>
                      <a:pt x="16870" y="4912"/>
                    </a:lnTo>
                    <a:lnTo>
                      <a:pt x="1049" y="4912"/>
                    </a:lnTo>
                    <a:lnTo>
                      <a:pt x="1049" y="1049"/>
                    </a:lnTo>
                    <a:close/>
                    <a:moveTo>
                      <a:pt x="16870" y="5961"/>
                    </a:moveTo>
                    <a:lnTo>
                      <a:pt x="16870" y="15401"/>
                    </a:lnTo>
                    <a:lnTo>
                      <a:pt x="1049" y="15401"/>
                    </a:lnTo>
                    <a:lnTo>
                      <a:pt x="1049" y="5961"/>
                    </a:lnTo>
                    <a:close/>
                    <a:moveTo>
                      <a:pt x="525" y="0"/>
                    </a:moveTo>
                    <a:cubicBezTo>
                      <a:pt x="227" y="0"/>
                      <a:pt x="0" y="227"/>
                      <a:pt x="0" y="524"/>
                    </a:cubicBezTo>
                    <a:lnTo>
                      <a:pt x="0" y="15925"/>
                    </a:lnTo>
                    <a:cubicBezTo>
                      <a:pt x="0" y="16205"/>
                      <a:pt x="227" y="16450"/>
                      <a:pt x="525" y="16450"/>
                    </a:cubicBezTo>
                    <a:lnTo>
                      <a:pt x="17394" y="16450"/>
                    </a:lnTo>
                    <a:cubicBezTo>
                      <a:pt x="17691" y="16450"/>
                      <a:pt x="17919" y="16205"/>
                      <a:pt x="17919" y="15925"/>
                    </a:cubicBezTo>
                    <a:lnTo>
                      <a:pt x="17919" y="2972"/>
                    </a:lnTo>
                    <a:cubicBezTo>
                      <a:pt x="17919" y="2692"/>
                      <a:pt x="17691" y="2447"/>
                      <a:pt x="17394" y="2447"/>
                    </a:cubicBezTo>
                    <a:lnTo>
                      <a:pt x="8461" y="2447"/>
                    </a:lnTo>
                    <a:lnTo>
                      <a:pt x="6521" y="192"/>
                    </a:lnTo>
                    <a:cubicBezTo>
                      <a:pt x="6416" y="70"/>
                      <a:pt x="6276" y="0"/>
                      <a:pt x="611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32"/>
              <p:cNvSpPr/>
              <p:nvPr/>
            </p:nvSpPr>
            <p:spPr>
              <a:xfrm>
                <a:off x="4064188" y="3509700"/>
                <a:ext cx="286275" cy="183850"/>
              </a:xfrm>
              <a:custGeom>
                <a:avLst/>
                <a:gdLst/>
                <a:ahLst/>
                <a:cxnLst/>
                <a:rect l="l" t="t" r="r" b="b"/>
                <a:pathLst>
                  <a:path w="11451" h="7354" extrusionOk="0">
                    <a:moveTo>
                      <a:pt x="4307" y="1052"/>
                    </a:moveTo>
                    <a:cubicBezTo>
                      <a:pt x="4717" y="1052"/>
                      <a:pt x="5135" y="1206"/>
                      <a:pt x="5472" y="1549"/>
                    </a:cubicBezTo>
                    <a:cubicBezTo>
                      <a:pt x="5139" y="1936"/>
                      <a:pt x="5477" y="2425"/>
                      <a:pt x="5874" y="2425"/>
                    </a:cubicBezTo>
                    <a:cubicBezTo>
                      <a:pt x="5997" y="2425"/>
                      <a:pt x="6125" y="2378"/>
                      <a:pt x="6241" y="2266"/>
                    </a:cubicBezTo>
                    <a:cubicBezTo>
                      <a:pt x="6294" y="2196"/>
                      <a:pt x="6381" y="2144"/>
                      <a:pt x="6451" y="2091"/>
                    </a:cubicBezTo>
                    <a:lnTo>
                      <a:pt x="6469" y="2074"/>
                    </a:lnTo>
                    <a:cubicBezTo>
                      <a:pt x="6714" y="1921"/>
                      <a:pt x="6975" y="1852"/>
                      <a:pt x="7228" y="1852"/>
                    </a:cubicBezTo>
                    <a:cubicBezTo>
                      <a:pt x="8077" y="1852"/>
                      <a:pt x="8842" y="2622"/>
                      <a:pt x="8654" y="3577"/>
                    </a:cubicBezTo>
                    <a:cubicBezTo>
                      <a:pt x="8584" y="3909"/>
                      <a:pt x="8846" y="4207"/>
                      <a:pt x="9178" y="4207"/>
                    </a:cubicBezTo>
                    <a:lnTo>
                      <a:pt x="9213" y="4207"/>
                    </a:lnTo>
                    <a:cubicBezTo>
                      <a:pt x="10559" y="4276"/>
                      <a:pt x="10542" y="6252"/>
                      <a:pt x="9213" y="6304"/>
                    </a:cubicBezTo>
                    <a:lnTo>
                      <a:pt x="3130" y="6304"/>
                    </a:lnTo>
                    <a:cubicBezTo>
                      <a:pt x="2081" y="6304"/>
                      <a:pt x="1504" y="5116"/>
                      <a:pt x="2133" y="4294"/>
                    </a:cubicBezTo>
                    <a:lnTo>
                      <a:pt x="2133" y="4294"/>
                    </a:lnTo>
                    <a:cubicBezTo>
                      <a:pt x="2221" y="4399"/>
                      <a:pt x="2308" y="4504"/>
                      <a:pt x="2395" y="4591"/>
                    </a:cubicBezTo>
                    <a:cubicBezTo>
                      <a:pt x="2500" y="4696"/>
                      <a:pt x="2636" y="4748"/>
                      <a:pt x="2771" y="4748"/>
                    </a:cubicBezTo>
                    <a:cubicBezTo>
                      <a:pt x="2907" y="4748"/>
                      <a:pt x="3042" y="4696"/>
                      <a:pt x="3147" y="4591"/>
                    </a:cubicBezTo>
                    <a:cubicBezTo>
                      <a:pt x="3357" y="4399"/>
                      <a:pt x="3357" y="4067"/>
                      <a:pt x="3147" y="3857"/>
                    </a:cubicBezTo>
                    <a:cubicBezTo>
                      <a:pt x="2833" y="3542"/>
                      <a:pt x="2658" y="3123"/>
                      <a:pt x="2658" y="2703"/>
                    </a:cubicBezTo>
                    <a:cubicBezTo>
                      <a:pt x="2658" y="1703"/>
                      <a:pt x="3465" y="1052"/>
                      <a:pt x="4307" y="1052"/>
                    </a:cubicBezTo>
                    <a:close/>
                    <a:moveTo>
                      <a:pt x="4326" y="0"/>
                    </a:moveTo>
                    <a:cubicBezTo>
                      <a:pt x="2946" y="0"/>
                      <a:pt x="1609" y="1052"/>
                      <a:pt x="1609" y="2686"/>
                    </a:cubicBezTo>
                    <a:cubicBezTo>
                      <a:pt x="1609" y="2895"/>
                      <a:pt x="1626" y="3088"/>
                      <a:pt x="1679" y="3280"/>
                    </a:cubicBezTo>
                    <a:cubicBezTo>
                      <a:pt x="1" y="4644"/>
                      <a:pt x="962" y="7353"/>
                      <a:pt x="3130" y="7353"/>
                    </a:cubicBezTo>
                    <a:lnTo>
                      <a:pt x="9231" y="7353"/>
                    </a:lnTo>
                    <a:cubicBezTo>
                      <a:pt x="10280" y="7353"/>
                      <a:pt x="11171" y="6566"/>
                      <a:pt x="11311" y="5518"/>
                    </a:cubicBezTo>
                    <a:cubicBezTo>
                      <a:pt x="11451" y="4469"/>
                      <a:pt x="10769" y="3490"/>
                      <a:pt x="9755" y="3228"/>
                    </a:cubicBezTo>
                    <a:cubicBezTo>
                      <a:pt x="9712" y="1817"/>
                      <a:pt x="8554" y="789"/>
                      <a:pt x="7256" y="789"/>
                    </a:cubicBezTo>
                    <a:cubicBezTo>
                      <a:pt x="6962" y="789"/>
                      <a:pt x="6661" y="842"/>
                      <a:pt x="6364" y="955"/>
                    </a:cubicBezTo>
                    <a:cubicBezTo>
                      <a:pt x="5801" y="295"/>
                      <a:pt x="5057" y="0"/>
                      <a:pt x="432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17" name="Google Shape;317;p32"/>
          <p:cNvSpPr txBox="1">
            <a:spLocks noGrp="1"/>
          </p:cNvSpPr>
          <p:nvPr>
            <p:ph type="subTitle" idx="1"/>
          </p:nvPr>
        </p:nvSpPr>
        <p:spPr>
          <a:xfrm rot="-542917">
            <a:off x="6059453" y="3709109"/>
            <a:ext cx="1857921" cy="438364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2"/>
                </a:solidFill>
                <a:latin typeface="Jost SemiBold"/>
                <a:ea typeface="Jost SemiBold"/>
                <a:cs typeface="Jost SemiBold"/>
                <a:sym typeface="Jost SemiBold"/>
              </a:rPr>
              <a:t>Workshop</a:t>
            </a:r>
            <a:endParaRPr sz="1900">
              <a:solidFill>
                <a:schemeClr val="accent2"/>
              </a:solidFill>
              <a:latin typeface="Jost SemiBold"/>
              <a:ea typeface="Jost SemiBold"/>
              <a:cs typeface="Jost SemiBold"/>
              <a:sym typeface="Jost SemiBold"/>
            </a:endParaRPr>
          </a:p>
        </p:txBody>
      </p:sp>
      <p:pic>
        <p:nvPicPr>
          <p:cNvPr id="12" name="Picture 2" descr="RV TechLear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730" y="119664"/>
            <a:ext cx="913681" cy="91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3"/>
          <p:cNvSpPr txBox="1">
            <a:spLocks noGrp="1"/>
          </p:cNvSpPr>
          <p:nvPr>
            <p:ph type="title"/>
          </p:nvPr>
        </p:nvSpPr>
        <p:spPr>
          <a:xfrm>
            <a:off x="730825" y="535650"/>
            <a:ext cx="7682400" cy="4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Scope</a:t>
            </a:r>
            <a:endParaRPr dirty="0"/>
          </a:p>
        </p:txBody>
      </p:sp>
      <p:sp>
        <p:nvSpPr>
          <p:cNvPr id="323" name="Google Shape;323;p33"/>
          <p:cNvSpPr txBox="1">
            <a:spLocks noGrp="1"/>
          </p:cNvSpPr>
          <p:nvPr>
            <p:ph type="subTitle" idx="1"/>
          </p:nvPr>
        </p:nvSpPr>
        <p:spPr>
          <a:xfrm>
            <a:off x="1106470" y="1690547"/>
            <a:ext cx="3355678" cy="4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400" dirty="0"/>
              <a:t>Demonstrates the use of Amazon S3 event notification capabilities.</a:t>
            </a:r>
          </a:p>
        </p:txBody>
      </p:sp>
      <p:sp>
        <p:nvSpPr>
          <p:cNvPr id="324" name="Google Shape;324;p33"/>
          <p:cNvSpPr txBox="1">
            <a:spLocks noGrp="1"/>
          </p:cNvSpPr>
          <p:nvPr>
            <p:ph type="subTitle" idx="2"/>
          </p:nvPr>
        </p:nvSpPr>
        <p:spPr>
          <a:xfrm>
            <a:off x="1126913" y="1432250"/>
            <a:ext cx="3202124" cy="34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600" b="1" dirty="0"/>
              <a:t>S3 </a:t>
            </a:r>
            <a:r>
              <a:rPr lang="en-US" sz="1600" b="1" dirty="0" smtClean="0"/>
              <a:t>Event Alert </a:t>
            </a:r>
            <a:r>
              <a:rPr lang="en-US" sz="1600" b="1" dirty="0"/>
              <a:t>Capability</a:t>
            </a:r>
            <a:endParaRPr lang="en-US" sz="1600" dirty="0"/>
          </a:p>
        </p:txBody>
      </p:sp>
      <p:cxnSp>
        <p:nvCxnSpPr>
          <p:cNvPr id="325" name="Google Shape;325;p33"/>
          <p:cNvCxnSpPr/>
          <p:nvPr/>
        </p:nvCxnSpPr>
        <p:spPr>
          <a:xfrm>
            <a:off x="3141450" y="1033750"/>
            <a:ext cx="2861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6" name="Google Shape;326;p33"/>
          <p:cNvSpPr/>
          <p:nvPr/>
        </p:nvSpPr>
        <p:spPr>
          <a:xfrm>
            <a:off x="220035" y="1366014"/>
            <a:ext cx="756806" cy="672775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33"/>
          <p:cNvSpPr txBox="1">
            <a:spLocks noGrp="1"/>
          </p:cNvSpPr>
          <p:nvPr>
            <p:ph type="subTitle" idx="3"/>
          </p:nvPr>
        </p:nvSpPr>
        <p:spPr>
          <a:xfrm>
            <a:off x="1112492" y="2934069"/>
            <a:ext cx="3801565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400" dirty="0"/>
              <a:t>Showcases how to use Amazon SNS to distribute S3 notifications to multiple subscribers.</a:t>
            </a:r>
          </a:p>
        </p:txBody>
      </p:sp>
      <p:sp>
        <p:nvSpPr>
          <p:cNvPr id="331" name="Google Shape;331;p33"/>
          <p:cNvSpPr txBox="1">
            <a:spLocks noGrp="1"/>
          </p:cNvSpPr>
          <p:nvPr>
            <p:ph type="subTitle" idx="4"/>
          </p:nvPr>
        </p:nvSpPr>
        <p:spPr>
          <a:xfrm>
            <a:off x="1148362" y="2623931"/>
            <a:ext cx="2615100" cy="3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" sz="1600" b="1" dirty="0"/>
              <a:t>SNS Integration</a:t>
            </a:r>
            <a:endParaRPr sz="1600" b="1" dirty="0"/>
          </a:p>
        </p:txBody>
      </p:sp>
      <p:sp>
        <p:nvSpPr>
          <p:cNvPr id="332" name="Google Shape;332;p33"/>
          <p:cNvSpPr txBox="1">
            <a:spLocks noGrp="1"/>
          </p:cNvSpPr>
          <p:nvPr>
            <p:ph type="subTitle" idx="5"/>
          </p:nvPr>
        </p:nvSpPr>
        <p:spPr>
          <a:xfrm>
            <a:off x="5467784" y="1739227"/>
            <a:ext cx="3457565" cy="4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400" dirty="0"/>
              <a:t>Explores how automated workflows can be triggered by cloud events without manual intervention.</a:t>
            </a:r>
          </a:p>
        </p:txBody>
      </p:sp>
      <p:sp>
        <p:nvSpPr>
          <p:cNvPr id="333" name="Google Shape;333;p33"/>
          <p:cNvSpPr txBox="1">
            <a:spLocks noGrp="1"/>
          </p:cNvSpPr>
          <p:nvPr>
            <p:ph type="subTitle" idx="6"/>
          </p:nvPr>
        </p:nvSpPr>
        <p:spPr>
          <a:xfrm>
            <a:off x="5597455" y="1428542"/>
            <a:ext cx="3167690" cy="34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600" b="1" dirty="0"/>
              <a:t>Event-Driven Automation</a:t>
            </a:r>
            <a:endParaRPr lang="en-US" sz="1600" dirty="0"/>
          </a:p>
        </p:txBody>
      </p:sp>
      <p:sp>
        <p:nvSpPr>
          <p:cNvPr id="334" name="Google Shape;334;p33"/>
          <p:cNvSpPr txBox="1">
            <a:spLocks noGrp="1"/>
          </p:cNvSpPr>
          <p:nvPr>
            <p:ph type="subTitle" idx="7"/>
          </p:nvPr>
        </p:nvSpPr>
        <p:spPr>
          <a:xfrm>
            <a:off x="5648728" y="2959163"/>
            <a:ext cx="3276622" cy="4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400" dirty="0"/>
              <a:t>Builds core skills needed for scalable, decoupled architecture design using AWS services.</a:t>
            </a:r>
          </a:p>
        </p:txBody>
      </p:sp>
      <p:sp>
        <p:nvSpPr>
          <p:cNvPr id="335" name="Google Shape;335;p33"/>
          <p:cNvSpPr txBox="1">
            <a:spLocks noGrp="1"/>
          </p:cNvSpPr>
          <p:nvPr>
            <p:ph type="subTitle" idx="8"/>
          </p:nvPr>
        </p:nvSpPr>
        <p:spPr>
          <a:xfrm>
            <a:off x="5599126" y="2664943"/>
            <a:ext cx="3326223" cy="34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600" b="1" dirty="0"/>
              <a:t>Cloud Architecture Foundation</a:t>
            </a:r>
            <a:endParaRPr lang="en-US" sz="1600" dirty="0"/>
          </a:p>
        </p:txBody>
      </p:sp>
      <p:sp>
        <p:nvSpPr>
          <p:cNvPr id="336" name="Google Shape;336;p33"/>
          <p:cNvSpPr/>
          <p:nvPr/>
        </p:nvSpPr>
        <p:spPr>
          <a:xfrm>
            <a:off x="227241" y="2558915"/>
            <a:ext cx="758952" cy="713232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33"/>
          <p:cNvSpPr/>
          <p:nvPr/>
        </p:nvSpPr>
        <p:spPr>
          <a:xfrm>
            <a:off x="4640978" y="1309255"/>
            <a:ext cx="758952" cy="713232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33"/>
          <p:cNvSpPr/>
          <p:nvPr/>
        </p:nvSpPr>
        <p:spPr>
          <a:xfrm>
            <a:off x="4708832" y="2574030"/>
            <a:ext cx="758952" cy="713232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33"/>
          <p:cNvSpPr txBox="1"/>
          <p:nvPr/>
        </p:nvSpPr>
        <p:spPr>
          <a:xfrm rot="-734331">
            <a:off x="-282492" y="412264"/>
            <a:ext cx="1774633" cy="43837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2"/>
                </a:solidFill>
                <a:latin typeface="Jost SemiBold"/>
                <a:ea typeface="Jost SemiBold"/>
                <a:cs typeface="Jost SemiBold"/>
                <a:sym typeface="Jost SemiBold"/>
              </a:rPr>
              <a:t>2022</a:t>
            </a:r>
            <a:endParaRPr sz="1900">
              <a:solidFill>
                <a:schemeClr val="accent2"/>
              </a:solidFill>
              <a:latin typeface="Jost SemiBold"/>
              <a:ea typeface="Jost SemiBold"/>
              <a:cs typeface="Jost SemiBold"/>
              <a:sym typeface="Jost SemiBold"/>
            </a:endParaRPr>
          </a:p>
        </p:txBody>
      </p:sp>
      <p:sp>
        <p:nvSpPr>
          <p:cNvPr id="28" name="Google Shape;338;p33"/>
          <p:cNvSpPr/>
          <p:nvPr/>
        </p:nvSpPr>
        <p:spPr>
          <a:xfrm>
            <a:off x="267020" y="3808569"/>
            <a:ext cx="758952" cy="713232"/>
          </a:xfrm>
          <a:prstGeom prst="ellipse">
            <a:avLst/>
          </a:prstGeom>
          <a:solidFill>
            <a:schemeClr val="accent1">
              <a:lumMod val="90000"/>
              <a:lumOff val="1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" name="Google Shape;326;p33"/>
          <p:cNvSpPr/>
          <p:nvPr/>
        </p:nvSpPr>
        <p:spPr>
          <a:xfrm>
            <a:off x="4699767" y="3902757"/>
            <a:ext cx="758952" cy="713232"/>
          </a:xfrm>
          <a:prstGeom prst="ellipse">
            <a:avLst/>
          </a:prstGeom>
          <a:solidFill>
            <a:srgbClr val="7030A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31;p33"/>
          <p:cNvSpPr txBox="1">
            <a:spLocks/>
          </p:cNvSpPr>
          <p:nvPr/>
        </p:nvSpPr>
        <p:spPr>
          <a:xfrm>
            <a:off x="1170129" y="3834091"/>
            <a:ext cx="3486422" cy="3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t"/>
              <a:buNone/>
              <a:defRPr sz="2000" b="0" i="0" u="none" strike="noStrike" cap="none">
                <a:solidFill>
                  <a:schemeClr val="accent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1pPr>
            <a:lvl2pPr marL="914400" marR="0" lvl="1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t"/>
              <a:buNone/>
              <a:defRPr sz="20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marR="0" lvl="2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t"/>
              <a:buNone/>
              <a:defRPr sz="20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marR="0" lvl="3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t"/>
              <a:buNone/>
              <a:defRPr sz="20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marR="0" lvl="4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t"/>
              <a:buNone/>
              <a:defRPr sz="20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marR="0" lvl="5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t"/>
              <a:buNone/>
              <a:defRPr sz="20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marR="0" lvl="6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t"/>
              <a:buNone/>
              <a:defRPr sz="20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marR="0" lvl="7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t"/>
              <a:buNone/>
              <a:defRPr sz="20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marR="0" lvl="8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t"/>
              <a:buNone/>
              <a:defRPr sz="20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r>
              <a:rPr lang="en-US" sz="1600" b="1" dirty="0"/>
              <a:t>IAM </a:t>
            </a:r>
            <a:r>
              <a:rPr lang="en-US" sz="1600" b="1" dirty="0"/>
              <a:t>Policy</a:t>
            </a:r>
            <a:r>
              <a:rPr lang="en-US" sz="1600" b="1" dirty="0"/>
              <a:t> Implementation</a:t>
            </a:r>
            <a:endParaRPr lang="en-US" sz="1600" dirty="0"/>
          </a:p>
        </p:txBody>
      </p:sp>
      <p:sp>
        <p:nvSpPr>
          <p:cNvPr id="35" name="Google Shape;330;p33"/>
          <p:cNvSpPr txBox="1">
            <a:spLocks/>
          </p:cNvSpPr>
          <p:nvPr/>
        </p:nvSpPr>
        <p:spPr>
          <a:xfrm>
            <a:off x="1126913" y="4148889"/>
            <a:ext cx="3572854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indent="-330200">
              <a:buClr>
                <a:schemeClr val="dk1"/>
              </a:buClr>
              <a:buSzPts val="1600"/>
              <a:buFont typeface="Jost"/>
              <a:buNone/>
              <a:defRPr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r>
              <a:rPr lang="en-US" dirty="0"/>
              <a:t>Applies custom IAM policies to securely allow S3 to publish to SNS.</a:t>
            </a:r>
          </a:p>
        </p:txBody>
      </p:sp>
      <p:sp>
        <p:nvSpPr>
          <p:cNvPr id="36" name="Google Shape;335;p33"/>
          <p:cNvSpPr txBox="1">
            <a:spLocks/>
          </p:cNvSpPr>
          <p:nvPr/>
        </p:nvSpPr>
        <p:spPr>
          <a:xfrm>
            <a:off x="5577247" y="3971104"/>
            <a:ext cx="3348102" cy="34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t"/>
              <a:buNone/>
              <a:defRPr sz="2000" b="0" i="0" u="none" strike="noStrike" cap="none">
                <a:solidFill>
                  <a:schemeClr val="accent1"/>
                </a:solidFill>
                <a:latin typeface="Jost SemiBold"/>
                <a:ea typeface="Jost SemiBold"/>
                <a:cs typeface="Jost SemiBold"/>
                <a:sym typeface="Jost SemiBold"/>
              </a:defRPr>
            </a:lvl1pPr>
            <a:lvl2pPr marL="914400" marR="0" lvl="1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t"/>
              <a:buNone/>
              <a:defRPr sz="20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marR="0" lvl="2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t"/>
              <a:buNone/>
              <a:defRPr sz="20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marR="0" lvl="3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t"/>
              <a:buNone/>
              <a:defRPr sz="20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marR="0" lvl="4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t"/>
              <a:buNone/>
              <a:defRPr sz="20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marR="0" lvl="5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t"/>
              <a:buNone/>
              <a:defRPr sz="20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marR="0" lvl="6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t"/>
              <a:buNone/>
              <a:defRPr sz="20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marR="0" lvl="7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t"/>
              <a:buNone/>
              <a:defRPr sz="20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marR="0" lvl="8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Jost"/>
              <a:buNone/>
              <a:defRPr sz="20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r>
              <a:rPr lang="en-US" sz="1600" b="1" dirty="0"/>
              <a:t>DevOps &amp; Monitoring Use Case</a:t>
            </a:r>
            <a:endParaRPr lang="en-US" sz="1600" dirty="0"/>
          </a:p>
        </p:txBody>
      </p:sp>
      <p:sp>
        <p:nvSpPr>
          <p:cNvPr id="37" name="Google Shape;334;p33"/>
          <p:cNvSpPr txBox="1">
            <a:spLocks/>
          </p:cNvSpPr>
          <p:nvPr/>
        </p:nvSpPr>
        <p:spPr>
          <a:xfrm>
            <a:off x="5599126" y="4272588"/>
            <a:ext cx="3250023" cy="46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None/>
              <a:defRPr sz="1600" b="0" i="0" u="none" strike="noStrike" cap="none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marR="0" lvl="1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None/>
              <a:defRPr sz="16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marR="0" lvl="2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None/>
              <a:defRPr sz="16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marR="0" lvl="3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None/>
              <a:defRPr sz="16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marR="0" lvl="4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None/>
              <a:defRPr sz="16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marR="0" lvl="5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None/>
              <a:defRPr sz="16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marR="0" lvl="6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None/>
              <a:defRPr sz="16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marR="0" lvl="7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None/>
              <a:defRPr sz="16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marR="0" lvl="8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None/>
              <a:defRPr sz="16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r>
              <a:rPr lang="en-US" sz="1400" dirty="0"/>
              <a:t>Develops reusable patterns applicable to logging, monitoring, and DevOps automation.</a:t>
            </a:r>
          </a:p>
        </p:txBody>
      </p:sp>
      <p:sp>
        <p:nvSpPr>
          <p:cNvPr id="38" name="Google Shape;956;p55"/>
          <p:cNvSpPr/>
          <p:nvPr/>
        </p:nvSpPr>
        <p:spPr>
          <a:xfrm>
            <a:off x="376300" y="2691368"/>
            <a:ext cx="484575" cy="448325"/>
          </a:xfrm>
          <a:custGeom>
            <a:avLst/>
            <a:gdLst/>
            <a:ahLst/>
            <a:cxnLst/>
            <a:rect l="l" t="t" r="r" b="b"/>
            <a:pathLst>
              <a:path w="19383" h="17933" extrusionOk="0">
                <a:moveTo>
                  <a:pt x="7201" y="1056"/>
                </a:moveTo>
                <a:cubicBezTo>
                  <a:pt x="8155" y="1056"/>
                  <a:pt x="9123" y="1463"/>
                  <a:pt x="9820" y="2374"/>
                </a:cubicBezTo>
                <a:cubicBezTo>
                  <a:pt x="9733" y="2444"/>
                  <a:pt x="9645" y="2514"/>
                  <a:pt x="9575" y="2601"/>
                </a:cubicBezTo>
                <a:cubicBezTo>
                  <a:pt x="9199" y="2977"/>
                  <a:pt x="9545" y="3497"/>
                  <a:pt x="9947" y="3497"/>
                </a:cubicBezTo>
                <a:cubicBezTo>
                  <a:pt x="10069" y="3497"/>
                  <a:pt x="10196" y="3449"/>
                  <a:pt x="10309" y="3335"/>
                </a:cubicBezTo>
                <a:cubicBezTo>
                  <a:pt x="10467" y="3195"/>
                  <a:pt x="10624" y="3056"/>
                  <a:pt x="10816" y="2951"/>
                </a:cubicBezTo>
                <a:cubicBezTo>
                  <a:pt x="11329" y="2615"/>
                  <a:pt x="11885" y="2463"/>
                  <a:pt x="12426" y="2463"/>
                </a:cubicBezTo>
                <a:cubicBezTo>
                  <a:pt x="13969" y="2463"/>
                  <a:pt x="15396" y="3699"/>
                  <a:pt x="15396" y="5433"/>
                </a:cubicBezTo>
                <a:cubicBezTo>
                  <a:pt x="15396" y="5643"/>
                  <a:pt x="15379" y="5835"/>
                  <a:pt x="15344" y="6045"/>
                </a:cubicBezTo>
                <a:cubicBezTo>
                  <a:pt x="15278" y="6377"/>
                  <a:pt x="15542" y="6677"/>
                  <a:pt x="15868" y="6677"/>
                </a:cubicBezTo>
                <a:cubicBezTo>
                  <a:pt x="15885" y="6677"/>
                  <a:pt x="15903" y="6676"/>
                  <a:pt x="15921" y="6674"/>
                </a:cubicBezTo>
                <a:cubicBezTo>
                  <a:pt x="17180" y="6674"/>
                  <a:pt x="18211" y="7688"/>
                  <a:pt x="18211" y="8947"/>
                </a:cubicBezTo>
                <a:cubicBezTo>
                  <a:pt x="18211" y="10205"/>
                  <a:pt x="17180" y="11219"/>
                  <a:pt x="15921" y="11219"/>
                </a:cubicBezTo>
                <a:lnTo>
                  <a:pt x="5082" y="11219"/>
                </a:lnTo>
                <a:cubicBezTo>
                  <a:pt x="2618" y="11219"/>
                  <a:pt x="1499" y="8160"/>
                  <a:pt x="3387" y="6587"/>
                </a:cubicBezTo>
                <a:lnTo>
                  <a:pt x="3387" y="6587"/>
                </a:lnTo>
                <a:cubicBezTo>
                  <a:pt x="3579" y="6919"/>
                  <a:pt x="3806" y="7216"/>
                  <a:pt x="4086" y="7478"/>
                </a:cubicBezTo>
                <a:cubicBezTo>
                  <a:pt x="4201" y="7597"/>
                  <a:pt x="4329" y="7647"/>
                  <a:pt x="4452" y="7647"/>
                </a:cubicBezTo>
                <a:cubicBezTo>
                  <a:pt x="4853" y="7647"/>
                  <a:pt x="5195" y="7119"/>
                  <a:pt x="4820" y="6744"/>
                </a:cubicBezTo>
                <a:cubicBezTo>
                  <a:pt x="4506" y="6412"/>
                  <a:pt x="4261" y="6045"/>
                  <a:pt x="4086" y="5625"/>
                </a:cubicBezTo>
                <a:cubicBezTo>
                  <a:pt x="3929" y="5223"/>
                  <a:pt x="3841" y="4804"/>
                  <a:pt x="3841" y="4402"/>
                </a:cubicBezTo>
                <a:cubicBezTo>
                  <a:pt x="3841" y="2352"/>
                  <a:pt x="5499" y="1056"/>
                  <a:pt x="7201" y="1056"/>
                </a:cubicBezTo>
                <a:close/>
                <a:moveTo>
                  <a:pt x="10331" y="14785"/>
                </a:moveTo>
                <a:cubicBezTo>
                  <a:pt x="10598" y="14785"/>
                  <a:pt x="10851" y="14992"/>
                  <a:pt x="10851" y="15310"/>
                </a:cubicBezTo>
                <a:cubicBezTo>
                  <a:pt x="10851" y="15607"/>
                  <a:pt x="10624" y="15834"/>
                  <a:pt x="10327" y="15834"/>
                </a:cubicBezTo>
                <a:cubicBezTo>
                  <a:pt x="9855" y="15834"/>
                  <a:pt x="9628" y="15275"/>
                  <a:pt x="9960" y="14943"/>
                </a:cubicBezTo>
                <a:cubicBezTo>
                  <a:pt x="10068" y="14834"/>
                  <a:pt x="10201" y="14785"/>
                  <a:pt x="10331" y="14785"/>
                </a:cubicBezTo>
                <a:close/>
                <a:moveTo>
                  <a:pt x="5428" y="15834"/>
                </a:moveTo>
                <a:cubicBezTo>
                  <a:pt x="5695" y="15834"/>
                  <a:pt x="5957" y="16041"/>
                  <a:pt x="5957" y="16359"/>
                </a:cubicBezTo>
                <a:cubicBezTo>
                  <a:pt x="5957" y="16656"/>
                  <a:pt x="5712" y="16883"/>
                  <a:pt x="5432" y="16883"/>
                </a:cubicBezTo>
                <a:cubicBezTo>
                  <a:pt x="4960" y="16883"/>
                  <a:pt x="4733" y="16324"/>
                  <a:pt x="5065" y="15992"/>
                </a:cubicBezTo>
                <a:cubicBezTo>
                  <a:pt x="5168" y="15883"/>
                  <a:pt x="5299" y="15834"/>
                  <a:pt x="5428" y="15834"/>
                </a:cubicBezTo>
                <a:close/>
                <a:moveTo>
                  <a:pt x="15226" y="15834"/>
                </a:moveTo>
                <a:cubicBezTo>
                  <a:pt x="15493" y="15834"/>
                  <a:pt x="15746" y="16041"/>
                  <a:pt x="15746" y="16359"/>
                </a:cubicBezTo>
                <a:cubicBezTo>
                  <a:pt x="15746" y="16656"/>
                  <a:pt x="15519" y="16883"/>
                  <a:pt x="15222" y="16883"/>
                </a:cubicBezTo>
                <a:cubicBezTo>
                  <a:pt x="14767" y="16883"/>
                  <a:pt x="14522" y="16324"/>
                  <a:pt x="14855" y="15992"/>
                </a:cubicBezTo>
                <a:cubicBezTo>
                  <a:pt x="14963" y="15883"/>
                  <a:pt x="15096" y="15834"/>
                  <a:pt x="15226" y="15834"/>
                </a:cubicBezTo>
                <a:close/>
                <a:moveTo>
                  <a:pt x="7206" y="1"/>
                </a:moveTo>
                <a:cubicBezTo>
                  <a:pt x="4969" y="1"/>
                  <a:pt x="2781" y="1694"/>
                  <a:pt x="2792" y="4384"/>
                </a:cubicBezTo>
                <a:cubicBezTo>
                  <a:pt x="2792" y="4786"/>
                  <a:pt x="2845" y="5188"/>
                  <a:pt x="2950" y="5590"/>
                </a:cubicBezTo>
                <a:cubicBezTo>
                  <a:pt x="1" y="7632"/>
                  <a:pt x="1458" y="12268"/>
                  <a:pt x="5062" y="12268"/>
                </a:cubicBezTo>
                <a:cubicBezTo>
                  <a:pt x="5069" y="12268"/>
                  <a:pt x="5076" y="12268"/>
                  <a:pt x="5082" y="12268"/>
                </a:cubicBezTo>
                <a:lnTo>
                  <a:pt x="5957" y="12268"/>
                </a:lnTo>
                <a:lnTo>
                  <a:pt x="5957" y="12915"/>
                </a:lnTo>
                <a:lnTo>
                  <a:pt x="5135" y="13474"/>
                </a:lnTo>
                <a:cubicBezTo>
                  <a:pt x="4995" y="13562"/>
                  <a:pt x="4908" y="13719"/>
                  <a:pt x="4908" y="13911"/>
                </a:cubicBezTo>
                <a:lnTo>
                  <a:pt x="4908" y="14873"/>
                </a:lnTo>
                <a:cubicBezTo>
                  <a:pt x="3229" y="15467"/>
                  <a:pt x="3649" y="17932"/>
                  <a:pt x="5415" y="17932"/>
                </a:cubicBezTo>
                <a:cubicBezTo>
                  <a:pt x="7198" y="17932"/>
                  <a:pt x="7617" y="15467"/>
                  <a:pt x="5939" y="14873"/>
                </a:cubicBezTo>
                <a:lnTo>
                  <a:pt x="5939" y="14191"/>
                </a:lnTo>
                <a:lnTo>
                  <a:pt x="6761" y="13649"/>
                </a:lnTo>
                <a:cubicBezTo>
                  <a:pt x="6918" y="13544"/>
                  <a:pt x="7005" y="13387"/>
                  <a:pt x="7005" y="13212"/>
                </a:cubicBezTo>
                <a:lnTo>
                  <a:pt x="7005" y="12251"/>
                </a:lnTo>
                <a:lnTo>
                  <a:pt x="9802" y="12251"/>
                </a:lnTo>
                <a:lnTo>
                  <a:pt x="9802" y="13824"/>
                </a:lnTo>
                <a:cubicBezTo>
                  <a:pt x="8124" y="14401"/>
                  <a:pt x="8544" y="16883"/>
                  <a:pt x="10309" y="16883"/>
                </a:cubicBezTo>
                <a:cubicBezTo>
                  <a:pt x="12093" y="16883"/>
                  <a:pt x="12512" y="14401"/>
                  <a:pt x="10851" y="13824"/>
                </a:cubicBezTo>
                <a:lnTo>
                  <a:pt x="10851" y="12251"/>
                </a:lnTo>
                <a:lnTo>
                  <a:pt x="13648" y="12251"/>
                </a:lnTo>
                <a:lnTo>
                  <a:pt x="13648" y="13212"/>
                </a:lnTo>
                <a:cubicBezTo>
                  <a:pt x="13648" y="13387"/>
                  <a:pt x="13736" y="13544"/>
                  <a:pt x="13876" y="13649"/>
                </a:cubicBezTo>
                <a:lnTo>
                  <a:pt x="14697" y="14191"/>
                </a:lnTo>
                <a:lnTo>
                  <a:pt x="14697" y="14873"/>
                </a:lnTo>
                <a:cubicBezTo>
                  <a:pt x="13019" y="15467"/>
                  <a:pt x="13456" y="17932"/>
                  <a:pt x="15222" y="17932"/>
                </a:cubicBezTo>
                <a:cubicBezTo>
                  <a:pt x="16987" y="17932"/>
                  <a:pt x="17407" y="15467"/>
                  <a:pt x="15746" y="14873"/>
                </a:cubicBezTo>
                <a:lnTo>
                  <a:pt x="15746" y="13911"/>
                </a:lnTo>
                <a:cubicBezTo>
                  <a:pt x="15746" y="13719"/>
                  <a:pt x="15659" y="13562"/>
                  <a:pt x="15501" y="13474"/>
                </a:cubicBezTo>
                <a:lnTo>
                  <a:pt x="14697" y="12915"/>
                </a:lnTo>
                <a:lnTo>
                  <a:pt x="14697" y="12268"/>
                </a:lnTo>
                <a:lnTo>
                  <a:pt x="15921" y="12268"/>
                </a:lnTo>
                <a:cubicBezTo>
                  <a:pt x="17652" y="12268"/>
                  <a:pt x="19103" y="10940"/>
                  <a:pt x="19242" y="9209"/>
                </a:cubicBezTo>
                <a:cubicBezTo>
                  <a:pt x="19382" y="7478"/>
                  <a:pt x="18159" y="5922"/>
                  <a:pt x="16445" y="5660"/>
                </a:cubicBezTo>
                <a:lnTo>
                  <a:pt x="16445" y="5433"/>
                </a:lnTo>
                <a:cubicBezTo>
                  <a:pt x="16432" y="3105"/>
                  <a:pt x="14519" y="1407"/>
                  <a:pt x="12408" y="1407"/>
                </a:cubicBezTo>
                <a:cubicBezTo>
                  <a:pt x="11840" y="1407"/>
                  <a:pt x="11258" y="1530"/>
                  <a:pt x="10694" y="1797"/>
                </a:cubicBezTo>
                <a:cubicBezTo>
                  <a:pt x="9784" y="556"/>
                  <a:pt x="8487" y="1"/>
                  <a:pt x="7206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grpSp>
        <p:nvGrpSpPr>
          <p:cNvPr id="39" name="Google Shape;989;p55"/>
          <p:cNvGrpSpPr/>
          <p:nvPr/>
        </p:nvGrpSpPr>
        <p:grpSpPr>
          <a:xfrm>
            <a:off x="382401" y="1519979"/>
            <a:ext cx="446225" cy="447975"/>
            <a:chOff x="4735913" y="2623225"/>
            <a:chExt cx="446225" cy="447975"/>
          </a:xfrm>
        </p:grpSpPr>
        <p:sp>
          <p:nvSpPr>
            <p:cNvPr id="40" name="Google Shape;990;p55"/>
            <p:cNvSpPr/>
            <p:nvPr/>
          </p:nvSpPr>
          <p:spPr>
            <a:xfrm>
              <a:off x="4735913" y="2623225"/>
              <a:ext cx="446225" cy="447975"/>
            </a:xfrm>
            <a:custGeom>
              <a:avLst/>
              <a:gdLst/>
              <a:ahLst/>
              <a:cxnLst/>
              <a:rect l="l" t="t" r="r" b="b"/>
              <a:pathLst>
                <a:path w="17849" h="17919" extrusionOk="0">
                  <a:moveTo>
                    <a:pt x="16275" y="1049"/>
                  </a:moveTo>
                  <a:cubicBezTo>
                    <a:pt x="16555" y="1049"/>
                    <a:pt x="16800" y="1294"/>
                    <a:pt x="16800" y="1591"/>
                  </a:cubicBezTo>
                  <a:lnTo>
                    <a:pt x="16800" y="10856"/>
                  </a:lnTo>
                  <a:lnTo>
                    <a:pt x="1067" y="10856"/>
                  </a:lnTo>
                  <a:lnTo>
                    <a:pt x="1067" y="1591"/>
                  </a:lnTo>
                  <a:cubicBezTo>
                    <a:pt x="1050" y="1304"/>
                    <a:pt x="1278" y="1066"/>
                    <a:pt x="1561" y="1066"/>
                  </a:cubicBezTo>
                  <a:cubicBezTo>
                    <a:pt x="1571" y="1066"/>
                    <a:pt x="1581" y="1066"/>
                    <a:pt x="1591" y="1067"/>
                  </a:cubicBezTo>
                  <a:lnTo>
                    <a:pt x="1574" y="1049"/>
                  </a:lnTo>
                  <a:close/>
                  <a:moveTo>
                    <a:pt x="16800" y="11905"/>
                  </a:moveTo>
                  <a:lnTo>
                    <a:pt x="16800" y="12430"/>
                  </a:lnTo>
                  <a:cubicBezTo>
                    <a:pt x="16782" y="12709"/>
                    <a:pt x="16555" y="12954"/>
                    <a:pt x="16258" y="12954"/>
                  </a:cubicBezTo>
                  <a:lnTo>
                    <a:pt x="1574" y="12954"/>
                  </a:lnTo>
                  <a:cubicBezTo>
                    <a:pt x="1294" y="12954"/>
                    <a:pt x="1049" y="12709"/>
                    <a:pt x="1049" y="12430"/>
                  </a:cubicBezTo>
                  <a:lnTo>
                    <a:pt x="1049" y="11905"/>
                  </a:lnTo>
                  <a:close/>
                  <a:moveTo>
                    <a:pt x="10647" y="14003"/>
                  </a:moveTo>
                  <a:lnTo>
                    <a:pt x="11241" y="15489"/>
                  </a:lnTo>
                  <a:cubicBezTo>
                    <a:pt x="11311" y="15699"/>
                    <a:pt x="11503" y="15821"/>
                    <a:pt x="11730" y="15821"/>
                  </a:cubicBezTo>
                  <a:cubicBezTo>
                    <a:pt x="12325" y="15821"/>
                    <a:pt x="12849" y="16276"/>
                    <a:pt x="12937" y="16870"/>
                  </a:cubicBezTo>
                  <a:lnTo>
                    <a:pt x="4913" y="16870"/>
                  </a:lnTo>
                  <a:cubicBezTo>
                    <a:pt x="5000" y="16276"/>
                    <a:pt x="5524" y="15821"/>
                    <a:pt x="6119" y="15821"/>
                  </a:cubicBezTo>
                  <a:cubicBezTo>
                    <a:pt x="6346" y="15821"/>
                    <a:pt x="6538" y="15699"/>
                    <a:pt x="6608" y="15489"/>
                  </a:cubicBezTo>
                  <a:lnTo>
                    <a:pt x="7203" y="14003"/>
                  </a:lnTo>
                  <a:close/>
                  <a:moveTo>
                    <a:pt x="1574" y="1"/>
                  </a:moveTo>
                  <a:cubicBezTo>
                    <a:pt x="700" y="1"/>
                    <a:pt x="0" y="717"/>
                    <a:pt x="0" y="1574"/>
                  </a:cubicBezTo>
                  <a:lnTo>
                    <a:pt x="0" y="12430"/>
                  </a:lnTo>
                  <a:cubicBezTo>
                    <a:pt x="0" y="13304"/>
                    <a:pt x="700" y="14003"/>
                    <a:pt x="1574" y="14003"/>
                  </a:cubicBezTo>
                  <a:lnTo>
                    <a:pt x="6084" y="14003"/>
                  </a:lnTo>
                  <a:lnTo>
                    <a:pt x="5769" y="14807"/>
                  </a:lnTo>
                  <a:cubicBezTo>
                    <a:pt x="4668" y="14982"/>
                    <a:pt x="3864" y="15926"/>
                    <a:pt x="3864" y="17045"/>
                  </a:cubicBezTo>
                  <a:lnTo>
                    <a:pt x="3864" y="17394"/>
                  </a:lnTo>
                  <a:cubicBezTo>
                    <a:pt x="3864" y="17692"/>
                    <a:pt x="4091" y="17919"/>
                    <a:pt x="4388" y="17919"/>
                  </a:cubicBezTo>
                  <a:lnTo>
                    <a:pt x="13478" y="17919"/>
                  </a:lnTo>
                  <a:cubicBezTo>
                    <a:pt x="13776" y="17919"/>
                    <a:pt x="14003" y="17692"/>
                    <a:pt x="14003" y="17394"/>
                  </a:cubicBezTo>
                  <a:lnTo>
                    <a:pt x="14003" y="17045"/>
                  </a:lnTo>
                  <a:cubicBezTo>
                    <a:pt x="14003" y="15926"/>
                    <a:pt x="13199" y="14982"/>
                    <a:pt x="12097" y="14807"/>
                  </a:cubicBezTo>
                  <a:lnTo>
                    <a:pt x="11765" y="14003"/>
                  </a:lnTo>
                  <a:lnTo>
                    <a:pt x="16258" y="14003"/>
                  </a:lnTo>
                  <a:cubicBezTo>
                    <a:pt x="17132" y="14003"/>
                    <a:pt x="17831" y="13304"/>
                    <a:pt x="17849" y="12430"/>
                  </a:cubicBezTo>
                  <a:lnTo>
                    <a:pt x="17849" y="1591"/>
                  </a:lnTo>
                  <a:cubicBezTo>
                    <a:pt x="17831" y="717"/>
                    <a:pt x="17132" y="1"/>
                    <a:pt x="162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41" name="Google Shape;991;p55"/>
            <p:cNvSpPr/>
            <p:nvPr/>
          </p:nvSpPr>
          <p:spPr>
            <a:xfrm>
              <a:off x="4807138" y="2680000"/>
              <a:ext cx="286300" cy="184050"/>
            </a:xfrm>
            <a:custGeom>
              <a:avLst/>
              <a:gdLst/>
              <a:ahLst/>
              <a:cxnLst/>
              <a:rect l="l" t="t" r="r" b="b"/>
              <a:pathLst>
                <a:path w="11452" h="7362" extrusionOk="0">
                  <a:moveTo>
                    <a:pt x="4305" y="1060"/>
                  </a:moveTo>
                  <a:cubicBezTo>
                    <a:pt x="4715" y="1060"/>
                    <a:pt x="5134" y="1214"/>
                    <a:pt x="5472" y="1558"/>
                  </a:cubicBezTo>
                  <a:cubicBezTo>
                    <a:pt x="5114" y="1943"/>
                    <a:pt x="5461" y="2448"/>
                    <a:pt x="5863" y="2448"/>
                  </a:cubicBezTo>
                  <a:cubicBezTo>
                    <a:pt x="5990" y="2448"/>
                    <a:pt x="6124" y="2397"/>
                    <a:pt x="6242" y="2275"/>
                  </a:cubicBezTo>
                  <a:cubicBezTo>
                    <a:pt x="6294" y="2205"/>
                    <a:pt x="6382" y="2152"/>
                    <a:pt x="6451" y="2100"/>
                  </a:cubicBezTo>
                  <a:lnTo>
                    <a:pt x="6469" y="2082"/>
                  </a:lnTo>
                  <a:cubicBezTo>
                    <a:pt x="6714" y="1930"/>
                    <a:pt x="6975" y="1861"/>
                    <a:pt x="7229" y="1861"/>
                  </a:cubicBezTo>
                  <a:cubicBezTo>
                    <a:pt x="8077" y="1861"/>
                    <a:pt x="8843" y="2630"/>
                    <a:pt x="8654" y="3586"/>
                  </a:cubicBezTo>
                  <a:cubicBezTo>
                    <a:pt x="8584" y="3918"/>
                    <a:pt x="8846" y="4215"/>
                    <a:pt x="9179" y="4215"/>
                  </a:cubicBezTo>
                  <a:lnTo>
                    <a:pt x="9213" y="4215"/>
                  </a:lnTo>
                  <a:cubicBezTo>
                    <a:pt x="10560" y="4285"/>
                    <a:pt x="10542" y="6260"/>
                    <a:pt x="9213" y="6313"/>
                  </a:cubicBezTo>
                  <a:lnTo>
                    <a:pt x="3130" y="6313"/>
                  </a:lnTo>
                  <a:cubicBezTo>
                    <a:pt x="2086" y="6313"/>
                    <a:pt x="1509" y="5117"/>
                    <a:pt x="2142" y="4313"/>
                  </a:cubicBezTo>
                  <a:lnTo>
                    <a:pt x="2142" y="4313"/>
                  </a:lnTo>
                  <a:cubicBezTo>
                    <a:pt x="2227" y="4415"/>
                    <a:pt x="2311" y="4515"/>
                    <a:pt x="2396" y="4600"/>
                  </a:cubicBezTo>
                  <a:cubicBezTo>
                    <a:pt x="2501" y="4705"/>
                    <a:pt x="2636" y="4757"/>
                    <a:pt x="2772" y="4757"/>
                  </a:cubicBezTo>
                  <a:cubicBezTo>
                    <a:pt x="2907" y="4757"/>
                    <a:pt x="3043" y="4705"/>
                    <a:pt x="3147" y="4600"/>
                  </a:cubicBezTo>
                  <a:cubicBezTo>
                    <a:pt x="3357" y="4407"/>
                    <a:pt x="3357" y="4058"/>
                    <a:pt x="3147" y="3865"/>
                  </a:cubicBezTo>
                  <a:cubicBezTo>
                    <a:pt x="2833" y="3551"/>
                    <a:pt x="2658" y="3131"/>
                    <a:pt x="2658" y="2694"/>
                  </a:cubicBezTo>
                  <a:cubicBezTo>
                    <a:pt x="2658" y="1707"/>
                    <a:pt x="3463" y="1060"/>
                    <a:pt x="4305" y="1060"/>
                  </a:cubicBezTo>
                  <a:close/>
                  <a:moveTo>
                    <a:pt x="4327" y="1"/>
                  </a:moveTo>
                  <a:cubicBezTo>
                    <a:pt x="2947" y="1"/>
                    <a:pt x="1609" y="1060"/>
                    <a:pt x="1609" y="2694"/>
                  </a:cubicBezTo>
                  <a:cubicBezTo>
                    <a:pt x="1609" y="2887"/>
                    <a:pt x="1627" y="3079"/>
                    <a:pt x="1679" y="3271"/>
                  </a:cubicBezTo>
                  <a:cubicBezTo>
                    <a:pt x="1" y="4635"/>
                    <a:pt x="962" y="7362"/>
                    <a:pt x="3130" y="7362"/>
                  </a:cubicBezTo>
                  <a:lnTo>
                    <a:pt x="9231" y="7362"/>
                  </a:lnTo>
                  <a:cubicBezTo>
                    <a:pt x="10280" y="7362"/>
                    <a:pt x="11171" y="6575"/>
                    <a:pt x="11311" y="5526"/>
                  </a:cubicBezTo>
                  <a:cubicBezTo>
                    <a:pt x="11451" y="4477"/>
                    <a:pt x="10769" y="3481"/>
                    <a:pt x="9755" y="3219"/>
                  </a:cubicBezTo>
                  <a:cubicBezTo>
                    <a:pt x="9713" y="1822"/>
                    <a:pt x="8555" y="798"/>
                    <a:pt x="7258" y="798"/>
                  </a:cubicBezTo>
                  <a:cubicBezTo>
                    <a:pt x="6963" y="798"/>
                    <a:pt x="6661" y="850"/>
                    <a:pt x="6364" y="964"/>
                  </a:cubicBezTo>
                  <a:cubicBezTo>
                    <a:pt x="5801" y="298"/>
                    <a:pt x="5058" y="1"/>
                    <a:pt x="43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</p:grpSp>
      <p:grpSp>
        <p:nvGrpSpPr>
          <p:cNvPr id="42" name="Google Shape;1020;p55"/>
          <p:cNvGrpSpPr/>
          <p:nvPr/>
        </p:nvGrpSpPr>
        <p:grpSpPr>
          <a:xfrm>
            <a:off x="396546" y="3971104"/>
            <a:ext cx="482075" cy="448300"/>
            <a:chOff x="3960163" y="1929775"/>
            <a:chExt cx="482075" cy="448300"/>
          </a:xfrm>
        </p:grpSpPr>
        <p:sp>
          <p:nvSpPr>
            <p:cNvPr id="43" name="Google Shape;1021;p55"/>
            <p:cNvSpPr/>
            <p:nvPr/>
          </p:nvSpPr>
          <p:spPr>
            <a:xfrm>
              <a:off x="3960163" y="1929775"/>
              <a:ext cx="482075" cy="448300"/>
            </a:xfrm>
            <a:custGeom>
              <a:avLst/>
              <a:gdLst/>
              <a:ahLst/>
              <a:cxnLst/>
              <a:rect l="l" t="t" r="r" b="b"/>
              <a:pathLst>
                <a:path w="19283" h="17932" extrusionOk="0">
                  <a:moveTo>
                    <a:pt x="7118" y="1066"/>
                  </a:moveTo>
                  <a:cubicBezTo>
                    <a:pt x="8068" y="1066"/>
                    <a:pt x="9031" y="1470"/>
                    <a:pt x="9721" y="2373"/>
                  </a:cubicBezTo>
                  <a:cubicBezTo>
                    <a:pt x="9651" y="2443"/>
                    <a:pt x="9563" y="2513"/>
                    <a:pt x="9493" y="2601"/>
                  </a:cubicBezTo>
                  <a:cubicBezTo>
                    <a:pt x="9142" y="2979"/>
                    <a:pt x="9480" y="3482"/>
                    <a:pt x="9877" y="3482"/>
                  </a:cubicBezTo>
                  <a:cubicBezTo>
                    <a:pt x="9994" y="3482"/>
                    <a:pt x="10116" y="3438"/>
                    <a:pt x="10228" y="3335"/>
                  </a:cubicBezTo>
                  <a:cubicBezTo>
                    <a:pt x="10385" y="3195"/>
                    <a:pt x="10542" y="3055"/>
                    <a:pt x="10717" y="2933"/>
                  </a:cubicBezTo>
                  <a:cubicBezTo>
                    <a:pt x="11233" y="2602"/>
                    <a:pt x="11789" y="2452"/>
                    <a:pt x="12331" y="2452"/>
                  </a:cubicBezTo>
                  <a:cubicBezTo>
                    <a:pt x="13883" y="2452"/>
                    <a:pt x="15315" y="3683"/>
                    <a:pt x="15315" y="5432"/>
                  </a:cubicBezTo>
                  <a:cubicBezTo>
                    <a:pt x="15315" y="5642"/>
                    <a:pt x="15297" y="5835"/>
                    <a:pt x="15245" y="6044"/>
                  </a:cubicBezTo>
                  <a:cubicBezTo>
                    <a:pt x="15195" y="6376"/>
                    <a:pt x="15460" y="6676"/>
                    <a:pt x="15786" y="6676"/>
                  </a:cubicBezTo>
                  <a:cubicBezTo>
                    <a:pt x="15803" y="6676"/>
                    <a:pt x="15821" y="6675"/>
                    <a:pt x="15839" y="6674"/>
                  </a:cubicBezTo>
                  <a:cubicBezTo>
                    <a:pt x="17098" y="6674"/>
                    <a:pt x="18112" y="7688"/>
                    <a:pt x="18112" y="8946"/>
                  </a:cubicBezTo>
                  <a:cubicBezTo>
                    <a:pt x="18112" y="10187"/>
                    <a:pt x="17098" y="11219"/>
                    <a:pt x="15839" y="11219"/>
                  </a:cubicBezTo>
                  <a:lnTo>
                    <a:pt x="15507" y="11219"/>
                  </a:lnTo>
                  <a:cubicBezTo>
                    <a:pt x="14913" y="8789"/>
                    <a:pt x="12727" y="7093"/>
                    <a:pt x="10245" y="7093"/>
                  </a:cubicBezTo>
                  <a:cubicBezTo>
                    <a:pt x="7745" y="7093"/>
                    <a:pt x="5560" y="8789"/>
                    <a:pt x="4966" y="11219"/>
                  </a:cubicBezTo>
                  <a:cubicBezTo>
                    <a:pt x="2518" y="11201"/>
                    <a:pt x="1434" y="8142"/>
                    <a:pt x="3305" y="6586"/>
                  </a:cubicBezTo>
                  <a:lnTo>
                    <a:pt x="3305" y="6586"/>
                  </a:lnTo>
                  <a:cubicBezTo>
                    <a:pt x="3497" y="6918"/>
                    <a:pt x="3725" y="7216"/>
                    <a:pt x="3987" y="7478"/>
                  </a:cubicBezTo>
                  <a:cubicBezTo>
                    <a:pt x="4106" y="7597"/>
                    <a:pt x="4237" y="7646"/>
                    <a:pt x="4362" y="7646"/>
                  </a:cubicBezTo>
                  <a:cubicBezTo>
                    <a:pt x="4771" y="7646"/>
                    <a:pt x="5113" y="7118"/>
                    <a:pt x="4738" y="6744"/>
                  </a:cubicBezTo>
                  <a:cubicBezTo>
                    <a:pt x="4424" y="6411"/>
                    <a:pt x="4162" y="6044"/>
                    <a:pt x="4004" y="5607"/>
                  </a:cubicBezTo>
                  <a:cubicBezTo>
                    <a:pt x="3847" y="5223"/>
                    <a:pt x="3759" y="4803"/>
                    <a:pt x="3759" y="4384"/>
                  </a:cubicBezTo>
                  <a:cubicBezTo>
                    <a:pt x="3759" y="2355"/>
                    <a:pt x="5420" y="1066"/>
                    <a:pt x="7118" y="1066"/>
                  </a:cubicBezTo>
                  <a:close/>
                  <a:moveTo>
                    <a:pt x="10206" y="8133"/>
                  </a:moveTo>
                  <a:cubicBezTo>
                    <a:pt x="12454" y="8133"/>
                    <a:pt x="14615" y="9875"/>
                    <a:pt x="14615" y="12512"/>
                  </a:cubicBezTo>
                  <a:cubicBezTo>
                    <a:pt x="14615" y="14925"/>
                    <a:pt x="12657" y="16883"/>
                    <a:pt x="10245" y="16883"/>
                  </a:cubicBezTo>
                  <a:cubicBezTo>
                    <a:pt x="6347" y="16883"/>
                    <a:pt x="4389" y="12180"/>
                    <a:pt x="7151" y="9418"/>
                  </a:cubicBezTo>
                  <a:cubicBezTo>
                    <a:pt x="8038" y="8531"/>
                    <a:pt x="9132" y="8133"/>
                    <a:pt x="10206" y="8133"/>
                  </a:cubicBezTo>
                  <a:close/>
                  <a:moveTo>
                    <a:pt x="7119" y="0"/>
                  </a:moveTo>
                  <a:cubicBezTo>
                    <a:pt x="4887" y="0"/>
                    <a:pt x="2699" y="1693"/>
                    <a:pt x="2711" y="4384"/>
                  </a:cubicBezTo>
                  <a:cubicBezTo>
                    <a:pt x="2711" y="4786"/>
                    <a:pt x="2763" y="5188"/>
                    <a:pt x="2868" y="5572"/>
                  </a:cubicBezTo>
                  <a:cubicBezTo>
                    <a:pt x="1" y="7583"/>
                    <a:pt x="1312" y="12093"/>
                    <a:pt x="4808" y="12250"/>
                  </a:cubicBezTo>
                  <a:lnTo>
                    <a:pt x="4808" y="12512"/>
                  </a:lnTo>
                  <a:cubicBezTo>
                    <a:pt x="4808" y="15502"/>
                    <a:pt x="7238" y="17932"/>
                    <a:pt x="10228" y="17932"/>
                  </a:cubicBezTo>
                  <a:cubicBezTo>
                    <a:pt x="13234" y="17932"/>
                    <a:pt x="15664" y="15502"/>
                    <a:pt x="15664" y="12512"/>
                  </a:cubicBezTo>
                  <a:lnTo>
                    <a:pt x="15664" y="12268"/>
                  </a:lnTo>
                  <a:lnTo>
                    <a:pt x="15839" y="12268"/>
                  </a:lnTo>
                  <a:cubicBezTo>
                    <a:pt x="17570" y="12250"/>
                    <a:pt x="19003" y="10922"/>
                    <a:pt x="19143" y="9191"/>
                  </a:cubicBezTo>
                  <a:cubicBezTo>
                    <a:pt x="19283" y="7478"/>
                    <a:pt x="18059" y="5922"/>
                    <a:pt x="16364" y="5660"/>
                  </a:cubicBezTo>
                  <a:lnTo>
                    <a:pt x="16364" y="5432"/>
                  </a:lnTo>
                  <a:cubicBezTo>
                    <a:pt x="16350" y="3105"/>
                    <a:pt x="14437" y="1406"/>
                    <a:pt x="12318" y="1406"/>
                  </a:cubicBezTo>
                  <a:cubicBezTo>
                    <a:pt x="11747" y="1406"/>
                    <a:pt x="11162" y="1529"/>
                    <a:pt x="10595" y="1796"/>
                  </a:cubicBezTo>
                  <a:cubicBezTo>
                    <a:pt x="9691" y="555"/>
                    <a:pt x="8398" y="0"/>
                    <a:pt x="71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44" name="Google Shape;1022;p55"/>
            <p:cNvSpPr/>
            <p:nvPr/>
          </p:nvSpPr>
          <p:spPr>
            <a:xfrm>
              <a:off x="4154663" y="2155175"/>
              <a:ext cx="122825" cy="166075"/>
            </a:xfrm>
            <a:custGeom>
              <a:avLst/>
              <a:gdLst/>
              <a:ahLst/>
              <a:cxnLst/>
              <a:rect l="l" t="t" r="r" b="b"/>
              <a:pathLst>
                <a:path w="4913" h="6643" extrusionOk="0">
                  <a:moveTo>
                    <a:pt x="3689" y="3846"/>
                  </a:moveTo>
                  <a:cubicBezTo>
                    <a:pt x="3776" y="3846"/>
                    <a:pt x="3864" y="3916"/>
                    <a:pt x="3864" y="4021"/>
                  </a:cubicBezTo>
                  <a:lnTo>
                    <a:pt x="3864" y="5419"/>
                  </a:lnTo>
                  <a:cubicBezTo>
                    <a:pt x="3864" y="5507"/>
                    <a:pt x="3776" y="5594"/>
                    <a:pt x="3689" y="5594"/>
                  </a:cubicBezTo>
                  <a:lnTo>
                    <a:pt x="1224" y="5594"/>
                  </a:lnTo>
                  <a:cubicBezTo>
                    <a:pt x="1136" y="5594"/>
                    <a:pt x="1049" y="5507"/>
                    <a:pt x="1049" y="5419"/>
                  </a:cubicBezTo>
                  <a:lnTo>
                    <a:pt x="1049" y="4021"/>
                  </a:lnTo>
                  <a:cubicBezTo>
                    <a:pt x="1049" y="3916"/>
                    <a:pt x="1136" y="3846"/>
                    <a:pt x="1224" y="3846"/>
                  </a:cubicBezTo>
                  <a:close/>
                  <a:moveTo>
                    <a:pt x="2465" y="0"/>
                  </a:moveTo>
                  <a:cubicBezTo>
                    <a:pt x="1486" y="0"/>
                    <a:pt x="717" y="769"/>
                    <a:pt x="717" y="1748"/>
                  </a:cubicBezTo>
                  <a:cubicBezTo>
                    <a:pt x="691" y="2115"/>
                    <a:pt x="962" y="2299"/>
                    <a:pt x="1235" y="2299"/>
                  </a:cubicBezTo>
                  <a:cubicBezTo>
                    <a:pt x="1508" y="2299"/>
                    <a:pt x="1783" y="2115"/>
                    <a:pt x="1766" y="1748"/>
                  </a:cubicBezTo>
                  <a:cubicBezTo>
                    <a:pt x="1766" y="1276"/>
                    <a:pt x="2115" y="1040"/>
                    <a:pt x="2465" y="1040"/>
                  </a:cubicBezTo>
                  <a:cubicBezTo>
                    <a:pt x="2815" y="1040"/>
                    <a:pt x="3164" y="1276"/>
                    <a:pt x="3164" y="1748"/>
                  </a:cubicBezTo>
                  <a:lnTo>
                    <a:pt x="3164" y="2797"/>
                  </a:lnTo>
                  <a:lnTo>
                    <a:pt x="1241" y="2797"/>
                  </a:lnTo>
                  <a:cubicBezTo>
                    <a:pt x="560" y="2797"/>
                    <a:pt x="0" y="3339"/>
                    <a:pt x="0" y="4021"/>
                  </a:cubicBezTo>
                  <a:lnTo>
                    <a:pt x="0" y="5419"/>
                  </a:lnTo>
                  <a:cubicBezTo>
                    <a:pt x="0" y="6101"/>
                    <a:pt x="560" y="6643"/>
                    <a:pt x="1241" y="6643"/>
                  </a:cubicBezTo>
                  <a:lnTo>
                    <a:pt x="3689" y="6643"/>
                  </a:lnTo>
                  <a:cubicBezTo>
                    <a:pt x="4353" y="6643"/>
                    <a:pt x="4912" y="6101"/>
                    <a:pt x="4912" y="5419"/>
                  </a:cubicBezTo>
                  <a:lnTo>
                    <a:pt x="4912" y="4021"/>
                  </a:lnTo>
                  <a:cubicBezTo>
                    <a:pt x="4912" y="3549"/>
                    <a:pt x="4633" y="3112"/>
                    <a:pt x="4213" y="2919"/>
                  </a:cubicBezTo>
                  <a:lnTo>
                    <a:pt x="4213" y="1748"/>
                  </a:lnTo>
                  <a:cubicBezTo>
                    <a:pt x="4213" y="769"/>
                    <a:pt x="3427" y="0"/>
                    <a:pt x="24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</p:grpSp>
      <p:grpSp>
        <p:nvGrpSpPr>
          <p:cNvPr id="45" name="Google Shape;1031;p55"/>
          <p:cNvGrpSpPr/>
          <p:nvPr/>
        </p:nvGrpSpPr>
        <p:grpSpPr>
          <a:xfrm>
            <a:off x="4795896" y="1441721"/>
            <a:ext cx="484250" cy="448300"/>
            <a:chOff x="1729563" y="1929775"/>
            <a:chExt cx="484250" cy="448300"/>
          </a:xfrm>
        </p:grpSpPr>
        <p:sp>
          <p:nvSpPr>
            <p:cNvPr id="46" name="Google Shape;1032;p55"/>
            <p:cNvSpPr/>
            <p:nvPr/>
          </p:nvSpPr>
          <p:spPr>
            <a:xfrm>
              <a:off x="1729563" y="1929775"/>
              <a:ext cx="484250" cy="448300"/>
            </a:xfrm>
            <a:custGeom>
              <a:avLst/>
              <a:gdLst/>
              <a:ahLst/>
              <a:cxnLst/>
              <a:rect l="l" t="t" r="r" b="b"/>
              <a:pathLst>
                <a:path w="19370" h="17932" extrusionOk="0">
                  <a:moveTo>
                    <a:pt x="11888" y="8876"/>
                  </a:moveTo>
                  <a:lnTo>
                    <a:pt x="12884" y="9890"/>
                  </a:lnTo>
                  <a:lnTo>
                    <a:pt x="11888" y="9890"/>
                  </a:lnTo>
                  <a:lnTo>
                    <a:pt x="11888" y="8876"/>
                  </a:lnTo>
                  <a:close/>
                  <a:moveTo>
                    <a:pt x="7181" y="1054"/>
                  </a:moveTo>
                  <a:cubicBezTo>
                    <a:pt x="8133" y="1054"/>
                    <a:pt x="9098" y="1462"/>
                    <a:pt x="9790" y="2373"/>
                  </a:cubicBezTo>
                  <a:cubicBezTo>
                    <a:pt x="9720" y="2443"/>
                    <a:pt x="9632" y="2513"/>
                    <a:pt x="9563" y="2601"/>
                  </a:cubicBezTo>
                  <a:cubicBezTo>
                    <a:pt x="9210" y="2980"/>
                    <a:pt x="9551" y="3475"/>
                    <a:pt x="9950" y="3475"/>
                  </a:cubicBezTo>
                  <a:cubicBezTo>
                    <a:pt x="10066" y="3475"/>
                    <a:pt x="10187" y="3433"/>
                    <a:pt x="10297" y="3335"/>
                  </a:cubicBezTo>
                  <a:cubicBezTo>
                    <a:pt x="10454" y="3177"/>
                    <a:pt x="10611" y="3055"/>
                    <a:pt x="10786" y="2933"/>
                  </a:cubicBezTo>
                  <a:cubicBezTo>
                    <a:pt x="11302" y="2602"/>
                    <a:pt x="11858" y="2452"/>
                    <a:pt x="12400" y="2452"/>
                  </a:cubicBezTo>
                  <a:cubicBezTo>
                    <a:pt x="13953" y="2452"/>
                    <a:pt x="15384" y="3683"/>
                    <a:pt x="15384" y="5432"/>
                  </a:cubicBezTo>
                  <a:cubicBezTo>
                    <a:pt x="15384" y="5642"/>
                    <a:pt x="15366" y="5835"/>
                    <a:pt x="15314" y="6044"/>
                  </a:cubicBezTo>
                  <a:cubicBezTo>
                    <a:pt x="15261" y="6359"/>
                    <a:pt x="15506" y="6674"/>
                    <a:pt x="15856" y="6674"/>
                  </a:cubicBezTo>
                  <a:lnTo>
                    <a:pt x="15908" y="6674"/>
                  </a:lnTo>
                  <a:cubicBezTo>
                    <a:pt x="17167" y="6674"/>
                    <a:pt x="18181" y="7688"/>
                    <a:pt x="18181" y="8946"/>
                  </a:cubicBezTo>
                  <a:cubicBezTo>
                    <a:pt x="18181" y="10187"/>
                    <a:pt x="17167" y="11219"/>
                    <a:pt x="15908" y="11219"/>
                  </a:cubicBezTo>
                  <a:lnTo>
                    <a:pt x="14685" y="11219"/>
                  </a:lnTo>
                  <a:lnTo>
                    <a:pt x="14685" y="10415"/>
                  </a:lnTo>
                  <a:cubicBezTo>
                    <a:pt x="14667" y="10275"/>
                    <a:pt x="14615" y="10135"/>
                    <a:pt x="14527" y="10030"/>
                  </a:cubicBezTo>
                  <a:lnTo>
                    <a:pt x="11730" y="7233"/>
                  </a:lnTo>
                  <a:cubicBezTo>
                    <a:pt x="11636" y="7155"/>
                    <a:pt x="11514" y="7090"/>
                    <a:pt x="11402" y="7090"/>
                  </a:cubicBezTo>
                  <a:cubicBezTo>
                    <a:pt x="11389" y="7090"/>
                    <a:pt x="11376" y="7091"/>
                    <a:pt x="11363" y="7093"/>
                  </a:cubicBezTo>
                  <a:lnTo>
                    <a:pt x="6451" y="7093"/>
                  </a:lnTo>
                  <a:cubicBezTo>
                    <a:pt x="6171" y="7093"/>
                    <a:pt x="5926" y="7320"/>
                    <a:pt x="5926" y="7618"/>
                  </a:cubicBezTo>
                  <a:lnTo>
                    <a:pt x="5926" y="11219"/>
                  </a:lnTo>
                  <a:lnTo>
                    <a:pt x="5052" y="11219"/>
                  </a:lnTo>
                  <a:cubicBezTo>
                    <a:pt x="2605" y="11219"/>
                    <a:pt x="1486" y="8160"/>
                    <a:pt x="3374" y="6586"/>
                  </a:cubicBezTo>
                  <a:lnTo>
                    <a:pt x="3374" y="6586"/>
                  </a:lnTo>
                  <a:cubicBezTo>
                    <a:pt x="3566" y="6901"/>
                    <a:pt x="3794" y="7216"/>
                    <a:pt x="4056" y="7478"/>
                  </a:cubicBezTo>
                  <a:cubicBezTo>
                    <a:pt x="4175" y="7597"/>
                    <a:pt x="4306" y="7646"/>
                    <a:pt x="4432" y="7646"/>
                  </a:cubicBezTo>
                  <a:cubicBezTo>
                    <a:pt x="4840" y="7646"/>
                    <a:pt x="5182" y="7118"/>
                    <a:pt x="4808" y="6744"/>
                  </a:cubicBezTo>
                  <a:cubicBezTo>
                    <a:pt x="4493" y="6411"/>
                    <a:pt x="4231" y="6027"/>
                    <a:pt x="4073" y="5607"/>
                  </a:cubicBezTo>
                  <a:cubicBezTo>
                    <a:pt x="3916" y="5223"/>
                    <a:pt x="3829" y="4803"/>
                    <a:pt x="3829" y="4384"/>
                  </a:cubicBezTo>
                  <a:cubicBezTo>
                    <a:pt x="3829" y="2346"/>
                    <a:pt x="5485" y="1054"/>
                    <a:pt x="7181" y="1054"/>
                  </a:cubicBezTo>
                  <a:close/>
                  <a:moveTo>
                    <a:pt x="10839" y="8125"/>
                  </a:moveTo>
                  <a:lnTo>
                    <a:pt x="10839" y="10397"/>
                  </a:lnTo>
                  <a:cubicBezTo>
                    <a:pt x="10821" y="10694"/>
                    <a:pt x="11066" y="10922"/>
                    <a:pt x="11363" y="10922"/>
                  </a:cubicBezTo>
                  <a:lnTo>
                    <a:pt x="13636" y="10922"/>
                  </a:lnTo>
                  <a:lnTo>
                    <a:pt x="13636" y="16883"/>
                  </a:lnTo>
                  <a:lnTo>
                    <a:pt x="6975" y="16883"/>
                  </a:lnTo>
                  <a:lnTo>
                    <a:pt x="6975" y="8125"/>
                  </a:lnTo>
                  <a:close/>
                  <a:moveTo>
                    <a:pt x="7193" y="0"/>
                  </a:moveTo>
                  <a:cubicBezTo>
                    <a:pt x="4956" y="0"/>
                    <a:pt x="2769" y="1693"/>
                    <a:pt x="2780" y="4384"/>
                  </a:cubicBezTo>
                  <a:cubicBezTo>
                    <a:pt x="2780" y="4786"/>
                    <a:pt x="2832" y="5188"/>
                    <a:pt x="2937" y="5572"/>
                  </a:cubicBezTo>
                  <a:cubicBezTo>
                    <a:pt x="0" y="7635"/>
                    <a:pt x="1469" y="12268"/>
                    <a:pt x="5070" y="12268"/>
                  </a:cubicBezTo>
                  <a:lnTo>
                    <a:pt x="5944" y="12268"/>
                  </a:lnTo>
                  <a:lnTo>
                    <a:pt x="5944" y="17407"/>
                  </a:lnTo>
                  <a:cubicBezTo>
                    <a:pt x="5926" y="17704"/>
                    <a:pt x="6171" y="17932"/>
                    <a:pt x="6468" y="17932"/>
                  </a:cubicBezTo>
                  <a:lnTo>
                    <a:pt x="14160" y="17932"/>
                  </a:lnTo>
                  <a:cubicBezTo>
                    <a:pt x="14457" y="17932"/>
                    <a:pt x="14685" y="17704"/>
                    <a:pt x="14685" y="17407"/>
                  </a:cubicBezTo>
                  <a:lnTo>
                    <a:pt x="14685" y="12268"/>
                  </a:lnTo>
                  <a:lnTo>
                    <a:pt x="15908" y="12268"/>
                  </a:lnTo>
                  <a:cubicBezTo>
                    <a:pt x="17639" y="12268"/>
                    <a:pt x="19090" y="10922"/>
                    <a:pt x="19230" y="9191"/>
                  </a:cubicBezTo>
                  <a:cubicBezTo>
                    <a:pt x="19370" y="7460"/>
                    <a:pt x="18146" y="5922"/>
                    <a:pt x="16433" y="5660"/>
                  </a:cubicBezTo>
                  <a:lnTo>
                    <a:pt x="16433" y="5432"/>
                  </a:lnTo>
                  <a:cubicBezTo>
                    <a:pt x="16419" y="3105"/>
                    <a:pt x="14506" y="1406"/>
                    <a:pt x="12395" y="1406"/>
                  </a:cubicBezTo>
                  <a:cubicBezTo>
                    <a:pt x="11827" y="1406"/>
                    <a:pt x="11245" y="1529"/>
                    <a:pt x="10681" y="1796"/>
                  </a:cubicBezTo>
                  <a:cubicBezTo>
                    <a:pt x="9771" y="555"/>
                    <a:pt x="8474" y="0"/>
                    <a:pt x="71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47" name="Google Shape;1033;p55"/>
            <p:cNvSpPr/>
            <p:nvPr/>
          </p:nvSpPr>
          <p:spPr>
            <a:xfrm>
              <a:off x="1927088" y="2238200"/>
              <a:ext cx="120225" cy="26250"/>
            </a:xfrm>
            <a:custGeom>
              <a:avLst/>
              <a:gdLst/>
              <a:ahLst/>
              <a:cxnLst/>
              <a:rect l="l" t="t" r="r" b="b"/>
              <a:pathLst>
                <a:path w="4809" h="1050" extrusionOk="0">
                  <a:moveTo>
                    <a:pt x="665" y="1"/>
                  </a:moveTo>
                  <a:cubicBezTo>
                    <a:pt x="1" y="36"/>
                    <a:pt x="1" y="997"/>
                    <a:pt x="665" y="1049"/>
                  </a:cubicBezTo>
                  <a:lnTo>
                    <a:pt x="4161" y="1049"/>
                  </a:lnTo>
                  <a:cubicBezTo>
                    <a:pt x="4808" y="997"/>
                    <a:pt x="4808" y="36"/>
                    <a:pt x="41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48" name="Google Shape;1034;p55"/>
            <p:cNvSpPr/>
            <p:nvPr/>
          </p:nvSpPr>
          <p:spPr>
            <a:xfrm>
              <a:off x="1927088" y="2290650"/>
              <a:ext cx="120225" cy="26250"/>
            </a:xfrm>
            <a:custGeom>
              <a:avLst/>
              <a:gdLst/>
              <a:ahLst/>
              <a:cxnLst/>
              <a:rect l="l" t="t" r="r" b="b"/>
              <a:pathLst>
                <a:path w="4809" h="1050" extrusionOk="0">
                  <a:moveTo>
                    <a:pt x="665" y="0"/>
                  </a:moveTo>
                  <a:cubicBezTo>
                    <a:pt x="1" y="35"/>
                    <a:pt x="1" y="1014"/>
                    <a:pt x="665" y="1049"/>
                  </a:cubicBezTo>
                  <a:lnTo>
                    <a:pt x="4161" y="1049"/>
                  </a:lnTo>
                  <a:cubicBezTo>
                    <a:pt x="4808" y="1014"/>
                    <a:pt x="4808" y="35"/>
                    <a:pt x="41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</p:grpSp>
      <p:sp>
        <p:nvSpPr>
          <p:cNvPr id="49" name="Google Shape;921;p55"/>
          <p:cNvSpPr/>
          <p:nvPr/>
        </p:nvSpPr>
        <p:spPr>
          <a:xfrm>
            <a:off x="4871001" y="2719623"/>
            <a:ext cx="448000" cy="447975"/>
          </a:xfrm>
          <a:custGeom>
            <a:avLst/>
            <a:gdLst/>
            <a:ahLst/>
            <a:cxnLst/>
            <a:rect l="l" t="t" r="r" b="b"/>
            <a:pathLst>
              <a:path w="17920" h="17919" extrusionOk="0">
                <a:moveTo>
                  <a:pt x="13864" y="3182"/>
                </a:moveTo>
                <a:cubicBezTo>
                  <a:pt x="14336" y="3182"/>
                  <a:pt x="14563" y="3759"/>
                  <a:pt x="14231" y="4091"/>
                </a:cubicBezTo>
                <a:cubicBezTo>
                  <a:pt x="14125" y="4197"/>
                  <a:pt x="13996" y="4244"/>
                  <a:pt x="13869" y="4244"/>
                </a:cubicBezTo>
                <a:cubicBezTo>
                  <a:pt x="13599" y="4244"/>
                  <a:pt x="13339" y="4028"/>
                  <a:pt x="13339" y="3707"/>
                </a:cubicBezTo>
                <a:cubicBezTo>
                  <a:pt x="13339" y="3427"/>
                  <a:pt x="13566" y="3182"/>
                  <a:pt x="13864" y="3182"/>
                </a:cubicBezTo>
                <a:close/>
                <a:moveTo>
                  <a:pt x="8235" y="1049"/>
                </a:moveTo>
                <a:cubicBezTo>
                  <a:pt x="8322" y="1049"/>
                  <a:pt x="8409" y="1119"/>
                  <a:pt x="8409" y="1224"/>
                </a:cubicBezTo>
                <a:lnTo>
                  <a:pt x="8409" y="5245"/>
                </a:lnTo>
                <a:lnTo>
                  <a:pt x="1749" y="5245"/>
                </a:lnTo>
                <a:lnTo>
                  <a:pt x="1749" y="1224"/>
                </a:lnTo>
                <a:cubicBezTo>
                  <a:pt x="1749" y="1119"/>
                  <a:pt x="1837" y="1049"/>
                  <a:pt x="1924" y="1049"/>
                </a:cubicBezTo>
                <a:close/>
                <a:moveTo>
                  <a:pt x="9091" y="6294"/>
                </a:moveTo>
                <a:cubicBezTo>
                  <a:pt x="9004" y="6906"/>
                  <a:pt x="8479" y="7343"/>
                  <a:pt x="7885" y="7343"/>
                </a:cubicBezTo>
                <a:lnTo>
                  <a:pt x="2274" y="7343"/>
                </a:lnTo>
                <a:cubicBezTo>
                  <a:pt x="1662" y="7343"/>
                  <a:pt x="1155" y="6906"/>
                  <a:pt x="1067" y="6294"/>
                </a:cubicBezTo>
                <a:close/>
                <a:moveTo>
                  <a:pt x="12360" y="4231"/>
                </a:moveTo>
                <a:cubicBezTo>
                  <a:pt x="12535" y="4668"/>
                  <a:pt x="12885" y="5018"/>
                  <a:pt x="13322" y="5192"/>
                </a:cubicBezTo>
                <a:lnTo>
                  <a:pt x="13322" y="9510"/>
                </a:lnTo>
                <a:lnTo>
                  <a:pt x="9703" y="9510"/>
                </a:lnTo>
                <a:cubicBezTo>
                  <a:pt x="9021" y="9510"/>
                  <a:pt x="8462" y="10052"/>
                  <a:pt x="8479" y="10734"/>
                </a:cubicBezTo>
                <a:lnTo>
                  <a:pt x="8479" y="12622"/>
                </a:lnTo>
                <a:lnTo>
                  <a:pt x="5543" y="12622"/>
                </a:lnTo>
                <a:cubicBezTo>
                  <a:pt x="5385" y="12185"/>
                  <a:pt x="5036" y="11835"/>
                  <a:pt x="4581" y="11678"/>
                </a:cubicBezTo>
                <a:lnTo>
                  <a:pt x="4581" y="8392"/>
                </a:lnTo>
                <a:lnTo>
                  <a:pt x="7868" y="8392"/>
                </a:lnTo>
                <a:cubicBezTo>
                  <a:pt x="9126" y="8392"/>
                  <a:pt x="10140" y="7378"/>
                  <a:pt x="10140" y="6119"/>
                </a:cubicBezTo>
                <a:lnTo>
                  <a:pt x="10140" y="5769"/>
                </a:lnTo>
                <a:cubicBezTo>
                  <a:pt x="10140" y="5472"/>
                  <a:pt x="9913" y="5245"/>
                  <a:pt x="9616" y="5245"/>
                </a:cubicBezTo>
                <a:lnTo>
                  <a:pt x="9441" y="5245"/>
                </a:lnTo>
                <a:lnTo>
                  <a:pt x="9441" y="4231"/>
                </a:lnTo>
                <a:close/>
                <a:moveTo>
                  <a:pt x="4063" y="12626"/>
                </a:moveTo>
                <a:cubicBezTo>
                  <a:pt x="4339" y="12626"/>
                  <a:pt x="4599" y="12842"/>
                  <a:pt x="4599" y="13164"/>
                </a:cubicBezTo>
                <a:cubicBezTo>
                  <a:pt x="4599" y="13461"/>
                  <a:pt x="4354" y="13688"/>
                  <a:pt x="4074" y="13688"/>
                </a:cubicBezTo>
                <a:lnTo>
                  <a:pt x="4057" y="13688"/>
                </a:lnTo>
                <a:cubicBezTo>
                  <a:pt x="3585" y="13671"/>
                  <a:pt x="3357" y="13111"/>
                  <a:pt x="3690" y="12779"/>
                </a:cubicBezTo>
                <a:cubicBezTo>
                  <a:pt x="3801" y="12674"/>
                  <a:pt x="3934" y="12626"/>
                  <a:pt x="4063" y="12626"/>
                </a:cubicBezTo>
                <a:close/>
                <a:moveTo>
                  <a:pt x="15996" y="10559"/>
                </a:moveTo>
                <a:cubicBezTo>
                  <a:pt x="16084" y="10559"/>
                  <a:pt x="16171" y="10647"/>
                  <a:pt x="16171" y="10734"/>
                </a:cubicBezTo>
                <a:lnTo>
                  <a:pt x="16171" y="14772"/>
                </a:lnTo>
                <a:lnTo>
                  <a:pt x="9528" y="14772"/>
                </a:lnTo>
                <a:lnTo>
                  <a:pt x="9528" y="10734"/>
                </a:lnTo>
                <a:cubicBezTo>
                  <a:pt x="9528" y="10647"/>
                  <a:pt x="9598" y="10559"/>
                  <a:pt x="9703" y="10559"/>
                </a:cubicBezTo>
                <a:close/>
                <a:moveTo>
                  <a:pt x="16870" y="15804"/>
                </a:moveTo>
                <a:cubicBezTo>
                  <a:pt x="16783" y="16415"/>
                  <a:pt x="16259" y="16852"/>
                  <a:pt x="15647" y="16852"/>
                </a:cubicBezTo>
                <a:lnTo>
                  <a:pt x="10053" y="16852"/>
                </a:lnTo>
                <a:cubicBezTo>
                  <a:pt x="9441" y="16852"/>
                  <a:pt x="8934" y="16415"/>
                  <a:pt x="8847" y="15804"/>
                </a:cubicBezTo>
                <a:close/>
                <a:moveTo>
                  <a:pt x="1924" y="1"/>
                </a:moveTo>
                <a:cubicBezTo>
                  <a:pt x="1242" y="1"/>
                  <a:pt x="700" y="542"/>
                  <a:pt x="700" y="1224"/>
                </a:cubicBezTo>
                <a:lnTo>
                  <a:pt x="700" y="5245"/>
                </a:lnTo>
                <a:lnTo>
                  <a:pt x="525" y="5245"/>
                </a:lnTo>
                <a:cubicBezTo>
                  <a:pt x="228" y="5245"/>
                  <a:pt x="1" y="5472"/>
                  <a:pt x="1" y="5769"/>
                </a:cubicBezTo>
                <a:lnTo>
                  <a:pt x="1" y="6119"/>
                </a:lnTo>
                <a:cubicBezTo>
                  <a:pt x="1" y="7378"/>
                  <a:pt x="1015" y="8392"/>
                  <a:pt x="2274" y="8392"/>
                </a:cubicBezTo>
                <a:lnTo>
                  <a:pt x="3532" y="8392"/>
                </a:lnTo>
                <a:lnTo>
                  <a:pt x="3532" y="11678"/>
                </a:lnTo>
                <a:cubicBezTo>
                  <a:pt x="2448" y="12063"/>
                  <a:pt x="2116" y="13444"/>
                  <a:pt x="2938" y="14265"/>
                </a:cubicBezTo>
                <a:cubicBezTo>
                  <a:pt x="3255" y="14582"/>
                  <a:pt x="3657" y="14730"/>
                  <a:pt x="4054" y="14730"/>
                </a:cubicBezTo>
                <a:cubicBezTo>
                  <a:pt x="4687" y="14730"/>
                  <a:pt x="5306" y="14354"/>
                  <a:pt x="5543" y="13688"/>
                </a:cubicBezTo>
                <a:lnTo>
                  <a:pt x="8479" y="13688"/>
                </a:lnTo>
                <a:lnTo>
                  <a:pt x="8479" y="14772"/>
                </a:lnTo>
                <a:lnTo>
                  <a:pt x="8305" y="14772"/>
                </a:lnTo>
                <a:cubicBezTo>
                  <a:pt x="8007" y="14772"/>
                  <a:pt x="7780" y="15017"/>
                  <a:pt x="7780" y="15297"/>
                </a:cubicBezTo>
                <a:lnTo>
                  <a:pt x="7780" y="15646"/>
                </a:lnTo>
                <a:cubicBezTo>
                  <a:pt x="7780" y="16905"/>
                  <a:pt x="8794" y="17919"/>
                  <a:pt x="10053" y="17919"/>
                </a:cubicBezTo>
                <a:lnTo>
                  <a:pt x="15647" y="17919"/>
                </a:lnTo>
                <a:cubicBezTo>
                  <a:pt x="16905" y="17919"/>
                  <a:pt x="17919" y="16905"/>
                  <a:pt x="17919" y="15646"/>
                </a:cubicBezTo>
                <a:lnTo>
                  <a:pt x="17919" y="15297"/>
                </a:lnTo>
                <a:cubicBezTo>
                  <a:pt x="17919" y="14999"/>
                  <a:pt x="17692" y="14772"/>
                  <a:pt x="17395" y="14772"/>
                </a:cubicBezTo>
                <a:lnTo>
                  <a:pt x="17220" y="14772"/>
                </a:lnTo>
                <a:lnTo>
                  <a:pt x="17220" y="10752"/>
                </a:lnTo>
                <a:cubicBezTo>
                  <a:pt x="17220" y="10070"/>
                  <a:pt x="16678" y="9528"/>
                  <a:pt x="15996" y="9510"/>
                </a:cubicBezTo>
                <a:lnTo>
                  <a:pt x="14388" y="9510"/>
                </a:lnTo>
                <a:lnTo>
                  <a:pt x="14388" y="5192"/>
                </a:lnTo>
                <a:cubicBezTo>
                  <a:pt x="15472" y="4808"/>
                  <a:pt x="15804" y="3409"/>
                  <a:pt x="14982" y="2588"/>
                </a:cubicBezTo>
                <a:cubicBezTo>
                  <a:pt x="14669" y="2274"/>
                  <a:pt x="14272" y="2129"/>
                  <a:pt x="13879" y="2129"/>
                </a:cubicBezTo>
                <a:cubicBezTo>
                  <a:pt x="13242" y="2129"/>
                  <a:pt x="12616" y="2512"/>
                  <a:pt x="12378" y="3182"/>
                </a:cubicBezTo>
                <a:lnTo>
                  <a:pt x="9458" y="3182"/>
                </a:lnTo>
                <a:lnTo>
                  <a:pt x="9458" y="1224"/>
                </a:lnTo>
                <a:cubicBezTo>
                  <a:pt x="9458" y="542"/>
                  <a:pt x="8899" y="1"/>
                  <a:pt x="823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1"/>
              </a:solidFill>
            </a:endParaRPr>
          </a:p>
        </p:txBody>
      </p:sp>
      <p:grpSp>
        <p:nvGrpSpPr>
          <p:cNvPr id="50" name="Google Shape;971;p55"/>
          <p:cNvGrpSpPr/>
          <p:nvPr/>
        </p:nvGrpSpPr>
        <p:grpSpPr>
          <a:xfrm>
            <a:off x="4850120" y="4048338"/>
            <a:ext cx="476375" cy="448500"/>
            <a:chOff x="1733938" y="3316275"/>
            <a:chExt cx="476375" cy="448500"/>
          </a:xfrm>
        </p:grpSpPr>
        <p:sp>
          <p:nvSpPr>
            <p:cNvPr id="51" name="Google Shape;972;p55"/>
            <p:cNvSpPr/>
            <p:nvPr/>
          </p:nvSpPr>
          <p:spPr>
            <a:xfrm>
              <a:off x="1934513" y="3620275"/>
              <a:ext cx="105350" cy="86825"/>
            </a:xfrm>
            <a:custGeom>
              <a:avLst/>
              <a:gdLst/>
              <a:ahLst/>
              <a:cxnLst/>
              <a:rect l="l" t="t" r="r" b="b"/>
              <a:pathLst>
                <a:path w="4214" h="3473" extrusionOk="0">
                  <a:moveTo>
                    <a:pt x="1431" y="0"/>
                  </a:moveTo>
                  <a:cubicBezTo>
                    <a:pt x="1074" y="0"/>
                    <a:pt x="723" y="378"/>
                    <a:pt x="962" y="797"/>
                  </a:cubicBezTo>
                  <a:lnTo>
                    <a:pt x="1207" y="1217"/>
                  </a:lnTo>
                  <a:lnTo>
                    <a:pt x="700" y="1217"/>
                  </a:lnTo>
                  <a:cubicBezTo>
                    <a:pt x="1" y="1217"/>
                    <a:pt x="1" y="2266"/>
                    <a:pt x="700" y="2266"/>
                  </a:cubicBezTo>
                  <a:lnTo>
                    <a:pt x="1207" y="2266"/>
                  </a:lnTo>
                  <a:lnTo>
                    <a:pt x="962" y="2685"/>
                  </a:lnTo>
                  <a:cubicBezTo>
                    <a:pt x="805" y="2948"/>
                    <a:pt x="893" y="3262"/>
                    <a:pt x="1155" y="3402"/>
                  </a:cubicBezTo>
                  <a:cubicBezTo>
                    <a:pt x="1225" y="3455"/>
                    <a:pt x="1312" y="3472"/>
                    <a:pt x="1399" y="3472"/>
                  </a:cubicBezTo>
                  <a:cubicBezTo>
                    <a:pt x="1592" y="3472"/>
                    <a:pt x="1767" y="3385"/>
                    <a:pt x="1871" y="3210"/>
                  </a:cubicBezTo>
                  <a:lnTo>
                    <a:pt x="2116" y="2790"/>
                  </a:lnTo>
                  <a:lnTo>
                    <a:pt x="2361" y="3210"/>
                  </a:lnTo>
                  <a:cubicBezTo>
                    <a:pt x="2448" y="3385"/>
                    <a:pt x="2623" y="3472"/>
                    <a:pt x="2815" y="3472"/>
                  </a:cubicBezTo>
                  <a:cubicBezTo>
                    <a:pt x="2903" y="3472"/>
                    <a:pt x="2990" y="3455"/>
                    <a:pt x="3078" y="3402"/>
                  </a:cubicBezTo>
                  <a:cubicBezTo>
                    <a:pt x="3322" y="3262"/>
                    <a:pt x="3410" y="2948"/>
                    <a:pt x="3270" y="2685"/>
                  </a:cubicBezTo>
                  <a:lnTo>
                    <a:pt x="3025" y="2266"/>
                  </a:lnTo>
                  <a:lnTo>
                    <a:pt x="3515" y="2266"/>
                  </a:lnTo>
                  <a:cubicBezTo>
                    <a:pt x="4214" y="2266"/>
                    <a:pt x="4214" y="1217"/>
                    <a:pt x="3515" y="1217"/>
                  </a:cubicBezTo>
                  <a:lnTo>
                    <a:pt x="3025" y="1217"/>
                  </a:lnTo>
                  <a:lnTo>
                    <a:pt x="3270" y="797"/>
                  </a:lnTo>
                  <a:cubicBezTo>
                    <a:pt x="3497" y="378"/>
                    <a:pt x="3143" y="0"/>
                    <a:pt x="2790" y="0"/>
                  </a:cubicBezTo>
                  <a:cubicBezTo>
                    <a:pt x="2627" y="0"/>
                    <a:pt x="2466" y="80"/>
                    <a:pt x="2361" y="273"/>
                  </a:cubicBezTo>
                  <a:lnTo>
                    <a:pt x="2116" y="693"/>
                  </a:lnTo>
                  <a:lnTo>
                    <a:pt x="1871" y="273"/>
                  </a:lnTo>
                  <a:cubicBezTo>
                    <a:pt x="1761" y="80"/>
                    <a:pt x="1596" y="0"/>
                    <a:pt x="14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  <p:sp>
          <p:nvSpPr>
            <p:cNvPr id="52" name="Google Shape;973;p55"/>
            <p:cNvSpPr/>
            <p:nvPr/>
          </p:nvSpPr>
          <p:spPr>
            <a:xfrm>
              <a:off x="1733938" y="3316275"/>
              <a:ext cx="476375" cy="448500"/>
            </a:xfrm>
            <a:custGeom>
              <a:avLst/>
              <a:gdLst/>
              <a:ahLst/>
              <a:cxnLst/>
              <a:rect l="l" t="t" r="r" b="b"/>
              <a:pathLst>
                <a:path w="19055" h="17940" extrusionOk="0">
                  <a:moveTo>
                    <a:pt x="7010" y="1045"/>
                  </a:moveTo>
                  <a:cubicBezTo>
                    <a:pt x="7965" y="1045"/>
                    <a:pt x="8934" y="1452"/>
                    <a:pt x="9632" y="2364"/>
                  </a:cubicBezTo>
                  <a:cubicBezTo>
                    <a:pt x="9545" y="2434"/>
                    <a:pt x="9475" y="2504"/>
                    <a:pt x="9388" y="2574"/>
                  </a:cubicBezTo>
                  <a:cubicBezTo>
                    <a:pt x="9010" y="2951"/>
                    <a:pt x="9360" y="3484"/>
                    <a:pt x="9773" y="3484"/>
                  </a:cubicBezTo>
                  <a:cubicBezTo>
                    <a:pt x="9895" y="3484"/>
                    <a:pt x="10023" y="3437"/>
                    <a:pt x="10139" y="3325"/>
                  </a:cubicBezTo>
                  <a:cubicBezTo>
                    <a:pt x="10279" y="3168"/>
                    <a:pt x="10436" y="3046"/>
                    <a:pt x="10629" y="2923"/>
                  </a:cubicBezTo>
                  <a:cubicBezTo>
                    <a:pt x="11140" y="2593"/>
                    <a:pt x="11693" y="2443"/>
                    <a:pt x="12232" y="2443"/>
                  </a:cubicBezTo>
                  <a:cubicBezTo>
                    <a:pt x="13778" y="2443"/>
                    <a:pt x="15209" y="3674"/>
                    <a:pt x="15209" y="5423"/>
                  </a:cubicBezTo>
                  <a:cubicBezTo>
                    <a:pt x="15209" y="5633"/>
                    <a:pt x="15191" y="5825"/>
                    <a:pt x="15156" y="6017"/>
                  </a:cubicBezTo>
                  <a:cubicBezTo>
                    <a:pt x="15092" y="6357"/>
                    <a:pt x="15342" y="6652"/>
                    <a:pt x="15657" y="6652"/>
                  </a:cubicBezTo>
                  <a:cubicBezTo>
                    <a:pt x="15682" y="6652"/>
                    <a:pt x="15707" y="6651"/>
                    <a:pt x="15733" y="6647"/>
                  </a:cubicBezTo>
                  <a:cubicBezTo>
                    <a:pt x="16992" y="6647"/>
                    <a:pt x="18023" y="7661"/>
                    <a:pt x="18023" y="8919"/>
                  </a:cubicBezTo>
                  <a:cubicBezTo>
                    <a:pt x="18023" y="10178"/>
                    <a:pt x="16992" y="11192"/>
                    <a:pt x="15733" y="11192"/>
                  </a:cubicBezTo>
                  <a:lnTo>
                    <a:pt x="14370" y="11192"/>
                  </a:lnTo>
                  <a:cubicBezTo>
                    <a:pt x="12936" y="10318"/>
                    <a:pt x="11503" y="9863"/>
                    <a:pt x="10139" y="9863"/>
                  </a:cubicBezTo>
                  <a:cubicBezTo>
                    <a:pt x="8776" y="9863"/>
                    <a:pt x="7325" y="10335"/>
                    <a:pt x="5891" y="11192"/>
                  </a:cubicBezTo>
                  <a:lnTo>
                    <a:pt x="4895" y="11192"/>
                  </a:lnTo>
                  <a:cubicBezTo>
                    <a:pt x="4888" y="11192"/>
                    <a:pt x="4881" y="11192"/>
                    <a:pt x="4874" y="11192"/>
                  </a:cubicBezTo>
                  <a:cubicBezTo>
                    <a:pt x="2424" y="11192"/>
                    <a:pt x="1316" y="8128"/>
                    <a:pt x="3199" y="6559"/>
                  </a:cubicBezTo>
                  <a:lnTo>
                    <a:pt x="3199" y="6559"/>
                  </a:lnTo>
                  <a:cubicBezTo>
                    <a:pt x="3391" y="6891"/>
                    <a:pt x="3619" y="7189"/>
                    <a:pt x="3898" y="7468"/>
                  </a:cubicBezTo>
                  <a:cubicBezTo>
                    <a:pt x="4012" y="7582"/>
                    <a:pt x="4139" y="7630"/>
                    <a:pt x="4261" y="7630"/>
                  </a:cubicBezTo>
                  <a:cubicBezTo>
                    <a:pt x="4663" y="7630"/>
                    <a:pt x="5008" y="7110"/>
                    <a:pt x="4633" y="6734"/>
                  </a:cubicBezTo>
                  <a:cubicBezTo>
                    <a:pt x="4318" y="6402"/>
                    <a:pt x="4073" y="6017"/>
                    <a:pt x="3898" y="5598"/>
                  </a:cubicBezTo>
                  <a:cubicBezTo>
                    <a:pt x="3741" y="5213"/>
                    <a:pt x="3654" y="4794"/>
                    <a:pt x="3654" y="4374"/>
                  </a:cubicBezTo>
                  <a:cubicBezTo>
                    <a:pt x="3654" y="2337"/>
                    <a:pt x="5310" y="1045"/>
                    <a:pt x="7010" y="1045"/>
                  </a:cubicBezTo>
                  <a:close/>
                  <a:moveTo>
                    <a:pt x="6573" y="12031"/>
                  </a:moveTo>
                  <a:cubicBezTo>
                    <a:pt x="5944" y="13202"/>
                    <a:pt x="5944" y="14601"/>
                    <a:pt x="6573" y="15772"/>
                  </a:cubicBezTo>
                  <a:cubicBezTo>
                    <a:pt x="5699" y="15247"/>
                    <a:pt x="4912" y="14618"/>
                    <a:pt x="4196" y="13901"/>
                  </a:cubicBezTo>
                  <a:cubicBezTo>
                    <a:pt x="4912" y="13185"/>
                    <a:pt x="5699" y="12555"/>
                    <a:pt x="6573" y="12031"/>
                  </a:cubicBezTo>
                  <a:close/>
                  <a:moveTo>
                    <a:pt x="13688" y="12031"/>
                  </a:moveTo>
                  <a:lnTo>
                    <a:pt x="13688" y="12031"/>
                  </a:lnTo>
                  <a:cubicBezTo>
                    <a:pt x="14562" y="12538"/>
                    <a:pt x="15349" y="13167"/>
                    <a:pt x="16065" y="13901"/>
                  </a:cubicBezTo>
                  <a:cubicBezTo>
                    <a:pt x="15349" y="14618"/>
                    <a:pt x="14562" y="15247"/>
                    <a:pt x="13688" y="15772"/>
                  </a:cubicBezTo>
                  <a:cubicBezTo>
                    <a:pt x="14317" y="14601"/>
                    <a:pt x="14317" y="13202"/>
                    <a:pt x="13688" y="12031"/>
                  </a:cubicBezTo>
                  <a:close/>
                  <a:moveTo>
                    <a:pt x="10103" y="10912"/>
                  </a:moveTo>
                  <a:cubicBezTo>
                    <a:pt x="11636" y="10912"/>
                    <a:pt x="13111" y="12102"/>
                    <a:pt x="13111" y="13901"/>
                  </a:cubicBezTo>
                  <a:cubicBezTo>
                    <a:pt x="13111" y="15545"/>
                    <a:pt x="11782" y="16873"/>
                    <a:pt x="10139" y="16873"/>
                  </a:cubicBezTo>
                  <a:cubicBezTo>
                    <a:pt x="7482" y="16873"/>
                    <a:pt x="6153" y="13657"/>
                    <a:pt x="8024" y="11786"/>
                  </a:cubicBezTo>
                  <a:cubicBezTo>
                    <a:pt x="8628" y="11182"/>
                    <a:pt x="9372" y="10912"/>
                    <a:pt x="10103" y="10912"/>
                  </a:cubicBezTo>
                  <a:close/>
                  <a:moveTo>
                    <a:pt x="7019" y="0"/>
                  </a:moveTo>
                  <a:cubicBezTo>
                    <a:pt x="4782" y="0"/>
                    <a:pt x="2594" y="1701"/>
                    <a:pt x="2605" y="4392"/>
                  </a:cubicBezTo>
                  <a:cubicBezTo>
                    <a:pt x="2605" y="4794"/>
                    <a:pt x="2657" y="5196"/>
                    <a:pt x="2762" y="5580"/>
                  </a:cubicBezTo>
                  <a:cubicBezTo>
                    <a:pt x="0" y="7521"/>
                    <a:pt x="1101" y="11856"/>
                    <a:pt x="4458" y="12241"/>
                  </a:cubicBezTo>
                  <a:cubicBezTo>
                    <a:pt x="3968" y="12643"/>
                    <a:pt x="3496" y="13080"/>
                    <a:pt x="3077" y="13569"/>
                  </a:cubicBezTo>
                  <a:cubicBezTo>
                    <a:pt x="2902" y="13762"/>
                    <a:pt x="2902" y="14041"/>
                    <a:pt x="3077" y="14251"/>
                  </a:cubicBezTo>
                  <a:cubicBezTo>
                    <a:pt x="3689" y="14933"/>
                    <a:pt x="4370" y="15545"/>
                    <a:pt x="5122" y="16087"/>
                  </a:cubicBezTo>
                  <a:cubicBezTo>
                    <a:pt x="6783" y="17293"/>
                    <a:pt x="8513" y="17940"/>
                    <a:pt x="10122" y="17940"/>
                  </a:cubicBezTo>
                  <a:cubicBezTo>
                    <a:pt x="11730" y="17940"/>
                    <a:pt x="13478" y="17293"/>
                    <a:pt x="15139" y="16087"/>
                  </a:cubicBezTo>
                  <a:cubicBezTo>
                    <a:pt x="15873" y="15545"/>
                    <a:pt x="16555" y="14933"/>
                    <a:pt x="17167" y="14251"/>
                  </a:cubicBezTo>
                  <a:cubicBezTo>
                    <a:pt x="17342" y="14041"/>
                    <a:pt x="17342" y="13762"/>
                    <a:pt x="17167" y="13569"/>
                  </a:cubicBezTo>
                  <a:cubicBezTo>
                    <a:pt x="16747" y="13097"/>
                    <a:pt x="16293" y="12660"/>
                    <a:pt x="15821" y="12258"/>
                  </a:cubicBezTo>
                  <a:cubicBezTo>
                    <a:pt x="17621" y="12206"/>
                    <a:pt x="19055" y="10737"/>
                    <a:pt x="19055" y="8937"/>
                  </a:cubicBezTo>
                  <a:cubicBezTo>
                    <a:pt x="19055" y="7294"/>
                    <a:pt x="17866" y="5912"/>
                    <a:pt x="16258" y="5650"/>
                  </a:cubicBezTo>
                  <a:lnTo>
                    <a:pt x="16258" y="5440"/>
                  </a:lnTo>
                  <a:cubicBezTo>
                    <a:pt x="16244" y="3115"/>
                    <a:pt x="14335" y="1407"/>
                    <a:pt x="12228" y="1407"/>
                  </a:cubicBezTo>
                  <a:cubicBezTo>
                    <a:pt x="11657" y="1407"/>
                    <a:pt x="11072" y="1533"/>
                    <a:pt x="10506" y="1804"/>
                  </a:cubicBezTo>
                  <a:cubicBezTo>
                    <a:pt x="9596" y="557"/>
                    <a:pt x="8300" y="0"/>
                    <a:pt x="70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1"/>
                </a:solidFill>
              </a:endParaRPr>
            </a:p>
          </p:txBody>
        </p:sp>
      </p:grpSp>
      <p:pic>
        <p:nvPicPr>
          <p:cNvPr id="53" name="Picture 2" descr="RV TechLear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730" y="119664"/>
            <a:ext cx="913681" cy="91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31"/>
          <p:cNvGrpSpPr/>
          <p:nvPr/>
        </p:nvGrpSpPr>
        <p:grpSpPr>
          <a:xfrm rot="-671180">
            <a:off x="7072539" y="3995263"/>
            <a:ext cx="1149898" cy="1149898"/>
            <a:chOff x="8293697" y="1996790"/>
            <a:chExt cx="1149900" cy="1149900"/>
          </a:xfrm>
        </p:grpSpPr>
        <p:sp>
          <p:nvSpPr>
            <p:cNvPr id="271" name="Google Shape;271;p31"/>
            <p:cNvSpPr/>
            <p:nvPr/>
          </p:nvSpPr>
          <p:spPr>
            <a:xfrm>
              <a:off x="8293697" y="1996790"/>
              <a:ext cx="1149900" cy="1149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2" name="Google Shape;272;p31"/>
            <p:cNvGrpSpPr/>
            <p:nvPr/>
          </p:nvGrpSpPr>
          <p:grpSpPr>
            <a:xfrm>
              <a:off x="8545723" y="2266160"/>
              <a:ext cx="646109" cy="611145"/>
              <a:chOff x="6192988" y="1236625"/>
              <a:chExt cx="475500" cy="448975"/>
            </a:xfrm>
          </p:grpSpPr>
          <p:sp>
            <p:nvSpPr>
              <p:cNvPr id="273" name="Google Shape;273;p31"/>
              <p:cNvSpPr/>
              <p:nvPr/>
            </p:nvSpPr>
            <p:spPr>
              <a:xfrm>
                <a:off x="6192988" y="1236625"/>
                <a:ext cx="475500" cy="448975"/>
              </a:xfrm>
              <a:custGeom>
                <a:avLst/>
                <a:gdLst/>
                <a:ahLst/>
                <a:cxnLst/>
                <a:rect l="l" t="t" r="r" b="b"/>
                <a:pathLst>
                  <a:path w="19020" h="17959" extrusionOk="0">
                    <a:moveTo>
                      <a:pt x="6953" y="1055"/>
                    </a:moveTo>
                    <a:cubicBezTo>
                      <a:pt x="7906" y="1055"/>
                      <a:pt x="8871" y="1462"/>
                      <a:pt x="9562" y="2374"/>
                    </a:cubicBezTo>
                    <a:cubicBezTo>
                      <a:pt x="9493" y="2444"/>
                      <a:pt x="9405" y="2514"/>
                      <a:pt x="9335" y="2584"/>
                    </a:cubicBezTo>
                    <a:cubicBezTo>
                      <a:pt x="8944" y="2961"/>
                      <a:pt x="9302" y="3494"/>
                      <a:pt x="9718" y="3494"/>
                    </a:cubicBezTo>
                    <a:cubicBezTo>
                      <a:pt x="9842" y="3494"/>
                      <a:pt x="9971" y="3447"/>
                      <a:pt x="10087" y="3335"/>
                    </a:cubicBezTo>
                    <a:cubicBezTo>
                      <a:pt x="10227" y="3196"/>
                      <a:pt x="10402" y="3056"/>
                      <a:pt x="10576" y="2933"/>
                    </a:cubicBezTo>
                    <a:cubicBezTo>
                      <a:pt x="11088" y="2603"/>
                      <a:pt x="11641" y="2453"/>
                      <a:pt x="12180" y="2453"/>
                    </a:cubicBezTo>
                    <a:cubicBezTo>
                      <a:pt x="13725" y="2453"/>
                      <a:pt x="15156" y="3684"/>
                      <a:pt x="15156" y="5433"/>
                    </a:cubicBezTo>
                    <a:cubicBezTo>
                      <a:pt x="15156" y="5643"/>
                      <a:pt x="15139" y="5835"/>
                      <a:pt x="15104" y="6045"/>
                    </a:cubicBezTo>
                    <a:cubicBezTo>
                      <a:pt x="15039" y="6369"/>
                      <a:pt x="15289" y="6663"/>
                      <a:pt x="15618" y="6663"/>
                    </a:cubicBezTo>
                    <a:cubicBezTo>
                      <a:pt x="15645" y="6663"/>
                      <a:pt x="15671" y="6661"/>
                      <a:pt x="15698" y="6657"/>
                    </a:cubicBezTo>
                    <a:cubicBezTo>
                      <a:pt x="16905" y="6657"/>
                      <a:pt x="17919" y="7636"/>
                      <a:pt x="17953" y="8860"/>
                    </a:cubicBezTo>
                    <a:cubicBezTo>
                      <a:pt x="18006" y="10066"/>
                      <a:pt x="17079" y="11115"/>
                      <a:pt x="15856" y="11202"/>
                    </a:cubicBezTo>
                    <a:lnTo>
                      <a:pt x="15856" y="11062"/>
                    </a:lnTo>
                    <a:cubicBezTo>
                      <a:pt x="15856" y="9471"/>
                      <a:pt x="14567" y="8475"/>
                      <a:pt x="13251" y="8475"/>
                    </a:cubicBezTo>
                    <a:cubicBezTo>
                      <a:pt x="12499" y="8475"/>
                      <a:pt x="11739" y="8799"/>
                      <a:pt x="11206" y="9524"/>
                    </a:cubicBezTo>
                    <a:lnTo>
                      <a:pt x="8951" y="9524"/>
                    </a:lnTo>
                    <a:cubicBezTo>
                      <a:pt x="8417" y="8799"/>
                      <a:pt x="7657" y="8475"/>
                      <a:pt x="6906" y="8475"/>
                    </a:cubicBezTo>
                    <a:cubicBezTo>
                      <a:pt x="5590" y="8475"/>
                      <a:pt x="4301" y="9471"/>
                      <a:pt x="4301" y="11062"/>
                    </a:cubicBezTo>
                    <a:lnTo>
                      <a:pt x="4301" y="11167"/>
                    </a:lnTo>
                    <a:cubicBezTo>
                      <a:pt x="2133" y="10730"/>
                      <a:pt x="1451" y="7985"/>
                      <a:pt x="3147" y="6569"/>
                    </a:cubicBezTo>
                    <a:lnTo>
                      <a:pt x="3147" y="6569"/>
                    </a:lnTo>
                    <a:cubicBezTo>
                      <a:pt x="3339" y="6902"/>
                      <a:pt x="3566" y="7199"/>
                      <a:pt x="3829" y="7478"/>
                    </a:cubicBezTo>
                    <a:cubicBezTo>
                      <a:pt x="3946" y="7592"/>
                      <a:pt x="4076" y="7640"/>
                      <a:pt x="4200" y="7640"/>
                    </a:cubicBezTo>
                    <a:cubicBezTo>
                      <a:pt x="4610" y="7640"/>
                      <a:pt x="4956" y="7116"/>
                      <a:pt x="4580" y="6727"/>
                    </a:cubicBezTo>
                    <a:cubicBezTo>
                      <a:pt x="4266" y="6412"/>
                      <a:pt x="4003" y="6028"/>
                      <a:pt x="3846" y="5608"/>
                    </a:cubicBezTo>
                    <a:cubicBezTo>
                      <a:pt x="3689" y="5206"/>
                      <a:pt x="3601" y="4804"/>
                      <a:pt x="3601" y="4384"/>
                    </a:cubicBezTo>
                    <a:cubicBezTo>
                      <a:pt x="3601" y="2347"/>
                      <a:pt x="5257" y="1055"/>
                      <a:pt x="6953" y="1055"/>
                    </a:cubicBezTo>
                    <a:close/>
                    <a:moveTo>
                      <a:pt x="13252" y="9535"/>
                    </a:moveTo>
                    <a:cubicBezTo>
                      <a:pt x="14030" y="9535"/>
                      <a:pt x="14796" y="10120"/>
                      <a:pt x="14807" y="11062"/>
                    </a:cubicBezTo>
                    <a:lnTo>
                      <a:pt x="14807" y="16307"/>
                    </a:lnTo>
                    <a:cubicBezTo>
                      <a:pt x="14807" y="16675"/>
                      <a:pt x="14515" y="16898"/>
                      <a:pt x="14217" y="16898"/>
                    </a:cubicBezTo>
                    <a:cubicBezTo>
                      <a:pt x="14022" y="16898"/>
                      <a:pt x="13824" y="16801"/>
                      <a:pt x="13706" y="16586"/>
                    </a:cubicBezTo>
                    <a:lnTo>
                      <a:pt x="12622" y="14698"/>
                    </a:lnTo>
                    <a:cubicBezTo>
                      <a:pt x="12534" y="14541"/>
                      <a:pt x="12359" y="14436"/>
                      <a:pt x="12167" y="14436"/>
                    </a:cubicBezTo>
                    <a:lnTo>
                      <a:pt x="7972" y="14436"/>
                    </a:lnTo>
                    <a:cubicBezTo>
                      <a:pt x="7797" y="14436"/>
                      <a:pt x="7622" y="14541"/>
                      <a:pt x="7517" y="14698"/>
                    </a:cubicBezTo>
                    <a:lnTo>
                      <a:pt x="6433" y="16586"/>
                    </a:lnTo>
                    <a:cubicBezTo>
                      <a:pt x="6322" y="16801"/>
                      <a:pt x="6126" y="16898"/>
                      <a:pt x="5930" y="16898"/>
                    </a:cubicBezTo>
                    <a:cubicBezTo>
                      <a:pt x="5633" y="16898"/>
                      <a:pt x="5339" y="16675"/>
                      <a:pt x="5349" y="16307"/>
                    </a:cubicBezTo>
                    <a:lnTo>
                      <a:pt x="5349" y="11062"/>
                    </a:lnTo>
                    <a:cubicBezTo>
                      <a:pt x="5349" y="10120"/>
                      <a:pt x="6119" y="9535"/>
                      <a:pt x="6899" y="9535"/>
                    </a:cubicBezTo>
                    <a:cubicBezTo>
                      <a:pt x="7364" y="9535"/>
                      <a:pt x="7833" y="9742"/>
                      <a:pt x="8146" y="10206"/>
                    </a:cubicBezTo>
                    <a:lnTo>
                      <a:pt x="8234" y="10345"/>
                    </a:lnTo>
                    <a:cubicBezTo>
                      <a:pt x="8339" y="10485"/>
                      <a:pt x="8496" y="10573"/>
                      <a:pt x="8671" y="10573"/>
                    </a:cubicBezTo>
                    <a:lnTo>
                      <a:pt x="11468" y="10573"/>
                    </a:lnTo>
                    <a:cubicBezTo>
                      <a:pt x="11660" y="10573"/>
                      <a:pt x="11818" y="10485"/>
                      <a:pt x="11905" y="10345"/>
                    </a:cubicBezTo>
                    <a:lnTo>
                      <a:pt x="12010" y="10206"/>
                    </a:lnTo>
                    <a:cubicBezTo>
                      <a:pt x="12323" y="9742"/>
                      <a:pt x="12790" y="9535"/>
                      <a:pt x="13252" y="9535"/>
                    </a:cubicBezTo>
                    <a:close/>
                    <a:moveTo>
                      <a:pt x="6970" y="1"/>
                    </a:moveTo>
                    <a:cubicBezTo>
                      <a:pt x="4737" y="1"/>
                      <a:pt x="2552" y="1694"/>
                      <a:pt x="2552" y="4384"/>
                    </a:cubicBezTo>
                    <a:cubicBezTo>
                      <a:pt x="2552" y="4786"/>
                      <a:pt x="2605" y="5188"/>
                      <a:pt x="2727" y="5573"/>
                    </a:cubicBezTo>
                    <a:cubicBezTo>
                      <a:pt x="0" y="7478"/>
                      <a:pt x="1014" y="11744"/>
                      <a:pt x="4301" y="12216"/>
                    </a:cubicBezTo>
                    <a:lnTo>
                      <a:pt x="4301" y="16307"/>
                    </a:lnTo>
                    <a:cubicBezTo>
                      <a:pt x="4290" y="17335"/>
                      <a:pt x="5115" y="17958"/>
                      <a:pt x="5949" y="17958"/>
                    </a:cubicBezTo>
                    <a:cubicBezTo>
                      <a:pt x="6491" y="17958"/>
                      <a:pt x="7036" y="17696"/>
                      <a:pt x="7360" y="17111"/>
                    </a:cubicBezTo>
                    <a:lnTo>
                      <a:pt x="8286" y="15485"/>
                    </a:lnTo>
                    <a:lnTo>
                      <a:pt x="11887" y="15485"/>
                    </a:lnTo>
                    <a:lnTo>
                      <a:pt x="12814" y="17111"/>
                    </a:lnTo>
                    <a:cubicBezTo>
                      <a:pt x="13137" y="17696"/>
                      <a:pt x="13683" y="17958"/>
                      <a:pt x="14224" y="17958"/>
                    </a:cubicBezTo>
                    <a:cubicBezTo>
                      <a:pt x="15059" y="17958"/>
                      <a:pt x="15884" y="17335"/>
                      <a:pt x="15873" y="16307"/>
                    </a:cubicBezTo>
                    <a:lnTo>
                      <a:pt x="15873" y="12251"/>
                    </a:lnTo>
                    <a:cubicBezTo>
                      <a:pt x="17639" y="12163"/>
                      <a:pt x="19020" y="10695"/>
                      <a:pt x="19020" y="8929"/>
                    </a:cubicBezTo>
                    <a:lnTo>
                      <a:pt x="19020" y="8929"/>
                    </a:lnTo>
                    <a:lnTo>
                      <a:pt x="19002" y="8947"/>
                    </a:lnTo>
                    <a:cubicBezTo>
                      <a:pt x="19002" y="7304"/>
                      <a:pt x="17814" y="5923"/>
                      <a:pt x="16188" y="5660"/>
                    </a:cubicBezTo>
                    <a:lnTo>
                      <a:pt x="16188" y="5451"/>
                    </a:lnTo>
                    <a:cubicBezTo>
                      <a:pt x="16188" y="3120"/>
                      <a:pt x="14284" y="1409"/>
                      <a:pt x="12166" y="1409"/>
                    </a:cubicBezTo>
                    <a:cubicBezTo>
                      <a:pt x="11600" y="1409"/>
                      <a:pt x="11018" y="1531"/>
                      <a:pt x="10454" y="1797"/>
                    </a:cubicBezTo>
                    <a:cubicBezTo>
                      <a:pt x="9544" y="556"/>
                      <a:pt x="8249" y="1"/>
                      <a:pt x="69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31"/>
              <p:cNvSpPr/>
              <p:nvPr/>
            </p:nvSpPr>
            <p:spPr>
              <a:xfrm>
                <a:off x="6472238" y="1510100"/>
                <a:ext cx="76500" cy="69950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2798" extrusionOk="0">
                    <a:moveTo>
                      <a:pt x="1522" y="1"/>
                    </a:moveTo>
                    <a:cubicBezTo>
                      <a:pt x="1259" y="1"/>
                      <a:pt x="997" y="176"/>
                      <a:pt x="997" y="525"/>
                    </a:cubicBezTo>
                    <a:lnTo>
                      <a:pt x="997" y="875"/>
                    </a:lnTo>
                    <a:lnTo>
                      <a:pt x="665" y="875"/>
                    </a:lnTo>
                    <a:cubicBezTo>
                      <a:pt x="1" y="910"/>
                      <a:pt x="1" y="1889"/>
                      <a:pt x="665" y="1924"/>
                    </a:cubicBezTo>
                    <a:lnTo>
                      <a:pt x="1015" y="1924"/>
                    </a:lnTo>
                    <a:lnTo>
                      <a:pt x="1015" y="2273"/>
                    </a:lnTo>
                    <a:cubicBezTo>
                      <a:pt x="1015" y="2623"/>
                      <a:pt x="1277" y="2798"/>
                      <a:pt x="1539" y="2798"/>
                    </a:cubicBezTo>
                    <a:cubicBezTo>
                      <a:pt x="1801" y="2798"/>
                      <a:pt x="2064" y="2623"/>
                      <a:pt x="2064" y="2273"/>
                    </a:cubicBezTo>
                    <a:lnTo>
                      <a:pt x="2064" y="1924"/>
                    </a:lnTo>
                    <a:lnTo>
                      <a:pt x="2413" y="1924"/>
                    </a:lnTo>
                    <a:cubicBezTo>
                      <a:pt x="3060" y="1889"/>
                      <a:pt x="3060" y="910"/>
                      <a:pt x="2413" y="875"/>
                    </a:cubicBezTo>
                    <a:lnTo>
                      <a:pt x="2046" y="875"/>
                    </a:lnTo>
                    <a:lnTo>
                      <a:pt x="2046" y="525"/>
                    </a:lnTo>
                    <a:cubicBezTo>
                      <a:pt x="2046" y="176"/>
                      <a:pt x="1784" y="1"/>
                      <a:pt x="152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31"/>
              <p:cNvSpPr/>
              <p:nvPr/>
            </p:nvSpPr>
            <p:spPr>
              <a:xfrm>
                <a:off x="6341138" y="1510100"/>
                <a:ext cx="76500" cy="69950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2798" extrusionOk="0">
                    <a:moveTo>
                      <a:pt x="1526" y="1"/>
                    </a:moveTo>
                    <a:cubicBezTo>
                      <a:pt x="1263" y="1"/>
                      <a:pt x="1006" y="176"/>
                      <a:pt x="1014" y="525"/>
                    </a:cubicBezTo>
                    <a:lnTo>
                      <a:pt x="1014" y="875"/>
                    </a:lnTo>
                    <a:lnTo>
                      <a:pt x="665" y="875"/>
                    </a:lnTo>
                    <a:cubicBezTo>
                      <a:pt x="0" y="910"/>
                      <a:pt x="0" y="1889"/>
                      <a:pt x="665" y="1924"/>
                    </a:cubicBezTo>
                    <a:lnTo>
                      <a:pt x="1014" y="1924"/>
                    </a:lnTo>
                    <a:lnTo>
                      <a:pt x="1014" y="2273"/>
                    </a:lnTo>
                    <a:cubicBezTo>
                      <a:pt x="1014" y="2623"/>
                      <a:pt x="1276" y="2798"/>
                      <a:pt x="1539" y="2798"/>
                    </a:cubicBezTo>
                    <a:cubicBezTo>
                      <a:pt x="1801" y="2798"/>
                      <a:pt x="2063" y="2623"/>
                      <a:pt x="2063" y="2273"/>
                    </a:cubicBezTo>
                    <a:lnTo>
                      <a:pt x="2063" y="1924"/>
                    </a:lnTo>
                    <a:lnTo>
                      <a:pt x="2413" y="1924"/>
                    </a:lnTo>
                    <a:cubicBezTo>
                      <a:pt x="3060" y="1889"/>
                      <a:pt x="3060" y="910"/>
                      <a:pt x="2413" y="875"/>
                    </a:cubicBezTo>
                    <a:lnTo>
                      <a:pt x="2063" y="875"/>
                    </a:lnTo>
                    <a:lnTo>
                      <a:pt x="2063" y="525"/>
                    </a:lnTo>
                    <a:cubicBezTo>
                      <a:pt x="2054" y="176"/>
                      <a:pt x="1788" y="1"/>
                      <a:pt x="15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31"/>
              <p:cNvSpPr/>
              <p:nvPr/>
            </p:nvSpPr>
            <p:spPr>
              <a:xfrm>
                <a:off x="6429863" y="1548575"/>
                <a:ext cx="26675" cy="22550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902" extrusionOk="0">
                    <a:moveTo>
                      <a:pt x="612" y="0"/>
                    </a:moveTo>
                    <a:cubicBezTo>
                      <a:pt x="192" y="0"/>
                      <a:pt x="0" y="472"/>
                      <a:pt x="280" y="769"/>
                    </a:cubicBezTo>
                    <a:cubicBezTo>
                      <a:pt x="371" y="860"/>
                      <a:pt x="484" y="901"/>
                      <a:pt x="596" y="901"/>
                    </a:cubicBezTo>
                    <a:cubicBezTo>
                      <a:pt x="828" y="901"/>
                      <a:pt x="1055" y="726"/>
                      <a:pt x="1066" y="455"/>
                    </a:cubicBezTo>
                    <a:cubicBezTo>
                      <a:pt x="1066" y="192"/>
                      <a:pt x="857" y="0"/>
                      <a:pt x="61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7" name="Google Shape;277;p31"/>
          <p:cNvGrpSpPr/>
          <p:nvPr/>
        </p:nvGrpSpPr>
        <p:grpSpPr>
          <a:xfrm rot="-679607">
            <a:off x="8139852" y="3102978"/>
            <a:ext cx="1149873" cy="1149873"/>
            <a:chOff x="9124422" y="2568890"/>
            <a:chExt cx="1149900" cy="1149900"/>
          </a:xfrm>
        </p:grpSpPr>
        <p:sp>
          <p:nvSpPr>
            <p:cNvPr id="278" name="Google Shape;278;p31"/>
            <p:cNvSpPr/>
            <p:nvPr/>
          </p:nvSpPr>
          <p:spPr>
            <a:xfrm>
              <a:off x="9124422" y="2568890"/>
              <a:ext cx="1149900" cy="1149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9" name="Google Shape;279;p31"/>
            <p:cNvGrpSpPr/>
            <p:nvPr/>
          </p:nvGrpSpPr>
          <p:grpSpPr>
            <a:xfrm>
              <a:off x="9411610" y="2856126"/>
              <a:ext cx="575456" cy="575424"/>
              <a:chOff x="5477988" y="1236975"/>
              <a:chExt cx="448000" cy="447975"/>
            </a:xfrm>
          </p:grpSpPr>
          <p:sp>
            <p:nvSpPr>
              <p:cNvPr id="280" name="Google Shape;280;p31"/>
              <p:cNvSpPr/>
              <p:nvPr/>
            </p:nvSpPr>
            <p:spPr>
              <a:xfrm>
                <a:off x="5477988" y="1236975"/>
                <a:ext cx="448000" cy="447975"/>
              </a:xfrm>
              <a:custGeom>
                <a:avLst/>
                <a:gdLst/>
                <a:ahLst/>
                <a:cxnLst/>
                <a:rect l="l" t="t" r="r" b="b"/>
                <a:pathLst>
                  <a:path w="17920" h="17919" extrusionOk="0">
                    <a:moveTo>
                      <a:pt x="16870" y="1049"/>
                    </a:moveTo>
                    <a:lnTo>
                      <a:pt x="16870" y="16869"/>
                    </a:lnTo>
                    <a:lnTo>
                      <a:pt x="1050" y="16869"/>
                    </a:lnTo>
                    <a:lnTo>
                      <a:pt x="1050" y="1049"/>
                    </a:lnTo>
                    <a:close/>
                    <a:moveTo>
                      <a:pt x="525" y="0"/>
                    </a:moveTo>
                    <a:cubicBezTo>
                      <a:pt x="228" y="0"/>
                      <a:pt x="1" y="227"/>
                      <a:pt x="1" y="524"/>
                    </a:cubicBezTo>
                    <a:lnTo>
                      <a:pt x="1" y="17394"/>
                    </a:lnTo>
                    <a:cubicBezTo>
                      <a:pt x="1" y="17691"/>
                      <a:pt x="228" y="17918"/>
                      <a:pt x="525" y="17918"/>
                    </a:cubicBezTo>
                    <a:lnTo>
                      <a:pt x="17395" y="17918"/>
                    </a:lnTo>
                    <a:cubicBezTo>
                      <a:pt x="17692" y="17918"/>
                      <a:pt x="17919" y="17691"/>
                      <a:pt x="17919" y="17394"/>
                    </a:cubicBezTo>
                    <a:lnTo>
                      <a:pt x="17919" y="524"/>
                    </a:lnTo>
                    <a:cubicBezTo>
                      <a:pt x="17919" y="227"/>
                      <a:pt x="17692" y="0"/>
                      <a:pt x="17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1"/>
              <p:cNvSpPr/>
              <p:nvPr/>
            </p:nvSpPr>
            <p:spPr>
              <a:xfrm>
                <a:off x="5531313" y="1290275"/>
                <a:ext cx="341350" cy="341350"/>
              </a:xfrm>
              <a:custGeom>
                <a:avLst/>
                <a:gdLst/>
                <a:ahLst/>
                <a:cxnLst/>
                <a:rect l="l" t="t" r="r" b="b"/>
                <a:pathLst>
                  <a:path w="13654" h="13654" extrusionOk="0">
                    <a:moveTo>
                      <a:pt x="8409" y="1050"/>
                    </a:moveTo>
                    <a:lnTo>
                      <a:pt x="8409" y="2273"/>
                    </a:lnTo>
                    <a:cubicBezTo>
                      <a:pt x="8409" y="2570"/>
                      <a:pt x="8636" y="2798"/>
                      <a:pt x="8933" y="2798"/>
                    </a:cubicBezTo>
                    <a:lnTo>
                      <a:pt x="10507" y="2798"/>
                    </a:lnTo>
                    <a:lnTo>
                      <a:pt x="10507" y="4021"/>
                    </a:lnTo>
                    <a:cubicBezTo>
                      <a:pt x="10507" y="4319"/>
                      <a:pt x="10734" y="4546"/>
                      <a:pt x="11031" y="4546"/>
                    </a:cubicBezTo>
                    <a:lnTo>
                      <a:pt x="12604" y="4546"/>
                    </a:lnTo>
                    <a:lnTo>
                      <a:pt x="12604" y="12605"/>
                    </a:lnTo>
                    <a:lnTo>
                      <a:pt x="1049" y="12605"/>
                    </a:lnTo>
                    <a:lnTo>
                      <a:pt x="1049" y="4546"/>
                    </a:lnTo>
                    <a:lnTo>
                      <a:pt x="2623" y="4546"/>
                    </a:lnTo>
                    <a:cubicBezTo>
                      <a:pt x="2920" y="4546"/>
                      <a:pt x="3147" y="4319"/>
                      <a:pt x="3147" y="4021"/>
                    </a:cubicBezTo>
                    <a:lnTo>
                      <a:pt x="3147" y="2798"/>
                    </a:lnTo>
                    <a:lnTo>
                      <a:pt x="4720" y="2798"/>
                    </a:lnTo>
                    <a:cubicBezTo>
                      <a:pt x="5018" y="2798"/>
                      <a:pt x="5245" y="2570"/>
                      <a:pt x="5245" y="2273"/>
                    </a:cubicBezTo>
                    <a:lnTo>
                      <a:pt x="5245" y="1050"/>
                    </a:lnTo>
                    <a:close/>
                    <a:moveTo>
                      <a:pt x="4720" y="1"/>
                    </a:moveTo>
                    <a:cubicBezTo>
                      <a:pt x="4441" y="1"/>
                      <a:pt x="4196" y="245"/>
                      <a:pt x="4196" y="525"/>
                    </a:cubicBezTo>
                    <a:lnTo>
                      <a:pt x="4196" y="1749"/>
                    </a:lnTo>
                    <a:lnTo>
                      <a:pt x="2623" y="1749"/>
                    </a:lnTo>
                    <a:cubicBezTo>
                      <a:pt x="2343" y="1749"/>
                      <a:pt x="2098" y="1994"/>
                      <a:pt x="2098" y="2273"/>
                    </a:cubicBezTo>
                    <a:lnTo>
                      <a:pt x="2098" y="3497"/>
                    </a:lnTo>
                    <a:lnTo>
                      <a:pt x="525" y="3497"/>
                    </a:lnTo>
                    <a:cubicBezTo>
                      <a:pt x="245" y="3497"/>
                      <a:pt x="0" y="3742"/>
                      <a:pt x="0" y="4021"/>
                    </a:cubicBezTo>
                    <a:lnTo>
                      <a:pt x="0" y="13129"/>
                    </a:lnTo>
                    <a:cubicBezTo>
                      <a:pt x="0" y="13409"/>
                      <a:pt x="245" y="13654"/>
                      <a:pt x="525" y="13654"/>
                    </a:cubicBezTo>
                    <a:lnTo>
                      <a:pt x="13129" y="13654"/>
                    </a:lnTo>
                    <a:cubicBezTo>
                      <a:pt x="13409" y="13654"/>
                      <a:pt x="13653" y="13409"/>
                      <a:pt x="13653" y="13129"/>
                    </a:cubicBezTo>
                    <a:lnTo>
                      <a:pt x="13653" y="4021"/>
                    </a:lnTo>
                    <a:cubicBezTo>
                      <a:pt x="13653" y="3742"/>
                      <a:pt x="13409" y="3497"/>
                      <a:pt x="13129" y="3497"/>
                    </a:cubicBezTo>
                    <a:lnTo>
                      <a:pt x="11556" y="3497"/>
                    </a:lnTo>
                    <a:lnTo>
                      <a:pt x="11556" y="2273"/>
                    </a:lnTo>
                    <a:cubicBezTo>
                      <a:pt x="11556" y="1994"/>
                      <a:pt x="11311" y="1749"/>
                      <a:pt x="11031" y="1749"/>
                    </a:cubicBezTo>
                    <a:lnTo>
                      <a:pt x="9458" y="1749"/>
                    </a:lnTo>
                    <a:lnTo>
                      <a:pt x="9458" y="525"/>
                    </a:lnTo>
                    <a:cubicBezTo>
                      <a:pt x="9458" y="245"/>
                      <a:pt x="9213" y="1"/>
                      <a:pt x="893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1"/>
              <p:cNvSpPr/>
              <p:nvPr/>
            </p:nvSpPr>
            <p:spPr>
              <a:xfrm>
                <a:off x="5793963" y="1500500"/>
                <a:ext cx="26250" cy="7867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3147" extrusionOk="0">
                    <a:moveTo>
                      <a:pt x="525" y="0"/>
                    </a:moveTo>
                    <a:cubicBezTo>
                      <a:pt x="228" y="0"/>
                      <a:pt x="1" y="227"/>
                      <a:pt x="1" y="525"/>
                    </a:cubicBezTo>
                    <a:lnTo>
                      <a:pt x="1" y="2622"/>
                    </a:lnTo>
                    <a:cubicBezTo>
                      <a:pt x="1" y="2972"/>
                      <a:pt x="263" y="3147"/>
                      <a:pt x="525" y="3147"/>
                    </a:cubicBezTo>
                    <a:cubicBezTo>
                      <a:pt x="787" y="3147"/>
                      <a:pt x="1050" y="2972"/>
                      <a:pt x="1050" y="2622"/>
                    </a:cubicBezTo>
                    <a:lnTo>
                      <a:pt x="1050" y="525"/>
                    </a:lnTo>
                    <a:cubicBezTo>
                      <a:pt x="1050" y="227"/>
                      <a:pt x="805" y="0"/>
                      <a:pt x="5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1"/>
              <p:cNvSpPr/>
              <p:nvPr/>
            </p:nvSpPr>
            <p:spPr>
              <a:xfrm>
                <a:off x="5741513" y="1500500"/>
                <a:ext cx="26250" cy="7867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3147" extrusionOk="0">
                    <a:moveTo>
                      <a:pt x="525" y="0"/>
                    </a:moveTo>
                    <a:cubicBezTo>
                      <a:pt x="228" y="0"/>
                      <a:pt x="1" y="227"/>
                      <a:pt x="1" y="525"/>
                    </a:cubicBezTo>
                    <a:lnTo>
                      <a:pt x="1" y="2622"/>
                    </a:lnTo>
                    <a:cubicBezTo>
                      <a:pt x="1" y="2972"/>
                      <a:pt x="263" y="3147"/>
                      <a:pt x="525" y="3147"/>
                    </a:cubicBezTo>
                    <a:cubicBezTo>
                      <a:pt x="788" y="3147"/>
                      <a:pt x="1050" y="2972"/>
                      <a:pt x="1050" y="2622"/>
                    </a:cubicBezTo>
                    <a:lnTo>
                      <a:pt x="1050" y="525"/>
                    </a:lnTo>
                    <a:cubicBezTo>
                      <a:pt x="1050" y="227"/>
                      <a:pt x="805" y="0"/>
                      <a:pt x="5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1"/>
              <p:cNvSpPr/>
              <p:nvPr/>
            </p:nvSpPr>
            <p:spPr>
              <a:xfrm>
                <a:off x="5688638" y="1500500"/>
                <a:ext cx="26700" cy="78675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3147" extrusionOk="0">
                    <a:moveTo>
                      <a:pt x="543" y="0"/>
                    </a:moveTo>
                    <a:cubicBezTo>
                      <a:pt x="245" y="0"/>
                      <a:pt x="1" y="227"/>
                      <a:pt x="18" y="525"/>
                    </a:cubicBezTo>
                    <a:lnTo>
                      <a:pt x="18" y="2622"/>
                    </a:lnTo>
                    <a:cubicBezTo>
                      <a:pt x="18" y="2972"/>
                      <a:pt x="280" y="3147"/>
                      <a:pt x="543" y="3147"/>
                    </a:cubicBezTo>
                    <a:cubicBezTo>
                      <a:pt x="805" y="3147"/>
                      <a:pt x="1067" y="2972"/>
                      <a:pt x="1067" y="2622"/>
                    </a:cubicBezTo>
                    <a:lnTo>
                      <a:pt x="1067" y="525"/>
                    </a:lnTo>
                    <a:cubicBezTo>
                      <a:pt x="1067" y="227"/>
                      <a:pt x="822" y="0"/>
                      <a:pt x="54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31"/>
              <p:cNvSpPr/>
              <p:nvPr/>
            </p:nvSpPr>
            <p:spPr>
              <a:xfrm>
                <a:off x="5583763" y="1500500"/>
                <a:ext cx="26250" cy="7867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3147" extrusionOk="0">
                    <a:moveTo>
                      <a:pt x="525" y="0"/>
                    </a:moveTo>
                    <a:cubicBezTo>
                      <a:pt x="245" y="0"/>
                      <a:pt x="0" y="227"/>
                      <a:pt x="0" y="525"/>
                    </a:cubicBezTo>
                    <a:lnTo>
                      <a:pt x="0" y="2622"/>
                    </a:lnTo>
                    <a:cubicBezTo>
                      <a:pt x="0" y="2972"/>
                      <a:pt x="262" y="3147"/>
                      <a:pt x="525" y="3147"/>
                    </a:cubicBezTo>
                    <a:cubicBezTo>
                      <a:pt x="787" y="3147"/>
                      <a:pt x="1049" y="2972"/>
                      <a:pt x="1049" y="2622"/>
                    </a:cubicBezTo>
                    <a:lnTo>
                      <a:pt x="1049" y="525"/>
                    </a:lnTo>
                    <a:cubicBezTo>
                      <a:pt x="1049" y="227"/>
                      <a:pt x="822" y="0"/>
                      <a:pt x="5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31"/>
              <p:cNvSpPr/>
              <p:nvPr/>
            </p:nvSpPr>
            <p:spPr>
              <a:xfrm>
                <a:off x="5636188" y="1500500"/>
                <a:ext cx="26250" cy="7867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3147" extrusionOk="0">
                    <a:moveTo>
                      <a:pt x="525" y="0"/>
                    </a:moveTo>
                    <a:cubicBezTo>
                      <a:pt x="246" y="0"/>
                      <a:pt x="1" y="227"/>
                      <a:pt x="1" y="525"/>
                    </a:cubicBezTo>
                    <a:lnTo>
                      <a:pt x="1" y="2622"/>
                    </a:lnTo>
                    <a:cubicBezTo>
                      <a:pt x="1" y="2972"/>
                      <a:pt x="263" y="3147"/>
                      <a:pt x="525" y="3147"/>
                    </a:cubicBezTo>
                    <a:cubicBezTo>
                      <a:pt x="788" y="3147"/>
                      <a:pt x="1050" y="2972"/>
                      <a:pt x="1050" y="2622"/>
                    </a:cubicBezTo>
                    <a:lnTo>
                      <a:pt x="1050" y="525"/>
                    </a:lnTo>
                    <a:cubicBezTo>
                      <a:pt x="1050" y="227"/>
                      <a:pt x="823" y="0"/>
                      <a:pt x="5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31"/>
              <p:cNvSpPr/>
              <p:nvPr/>
            </p:nvSpPr>
            <p:spPr>
              <a:xfrm>
                <a:off x="5807088" y="1290275"/>
                <a:ext cx="69950" cy="26250"/>
              </a:xfrm>
              <a:custGeom>
                <a:avLst/>
                <a:gdLst/>
                <a:ahLst/>
                <a:cxnLst/>
                <a:rect l="l" t="t" r="r" b="b"/>
                <a:pathLst>
                  <a:path w="2798" h="1050" extrusionOk="0">
                    <a:moveTo>
                      <a:pt x="699" y="1"/>
                    </a:moveTo>
                    <a:cubicBezTo>
                      <a:pt x="0" y="1"/>
                      <a:pt x="0" y="1050"/>
                      <a:pt x="699" y="1050"/>
                    </a:cubicBezTo>
                    <a:lnTo>
                      <a:pt x="2098" y="1050"/>
                    </a:lnTo>
                    <a:cubicBezTo>
                      <a:pt x="2797" y="1050"/>
                      <a:pt x="2797" y="1"/>
                      <a:pt x="209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31"/>
              <p:cNvSpPr/>
              <p:nvPr/>
            </p:nvSpPr>
            <p:spPr>
              <a:xfrm>
                <a:off x="5526938" y="1290275"/>
                <a:ext cx="69950" cy="26250"/>
              </a:xfrm>
              <a:custGeom>
                <a:avLst/>
                <a:gdLst/>
                <a:ahLst/>
                <a:cxnLst/>
                <a:rect l="l" t="t" r="r" b="b"/>
                <a:pathLst>
                  <a:path w="2798" h="1050" extrusionOk="0">
                    <a:moveTo>
                      <a:pt x="700" y="1"/>
                    </a:moveTo>
                    <a:cubicBezTo>
                      <a:pt x="1" y="1"/>
                      <a:pt x="1" y="1050"/>
                      <a:pt x="700" y="1050"/>
                    </a:cubicBezTo>
                    <a:lnTo>
                      <a:pt x="2098" y="1050"/>
                    </a:lnTo>
                    <a:cubicBezTo>
                      <a:pt x="2798" y="1050"/>
                      <a:pt x="2798" y="1"/>
                      <a:pt x="209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89" name="Google Shape;289;p31"/>
          <p:cNvSpPr txBox="1">
            <a:spLocks noGrp="1"/>
          </p:cNvSpPr>
          <p:nvPr>
            <p:ph type="title" idx="2"/>
          </p:nvPr>
        </p:nvSpPr>
        <p:spPr>
          <a:xfrm flipH="1">
            <a:off x="2229450" y="2690526"/>
            <a:ext cx="4685100" cy="55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Services</a:t>
            </a:r>
            <a:endParaRPr dirty="0"/>
          </a:p>
        </p:txBody>
      </p:sp>
      <p:sp>
        <p:nvSpPr>
          <p:cNvPr id="290" name="Google Shape;290;p31"/>
          <p:cNvSpPr txBox="1">
            <a:spLocks noGrp="1"/>
          </p:cNvSpPr>
          <p:nvPr>
            <p:ph type="title"/>
          </p:nvPr>
        </p:nvSpPr>
        <p:spPr>
          <a:xfrm rot="-59787">
            <a:off x="3002163" y="1276077"/>
            <a:ext cx="3139675" cy="1095768"/>
          </a:xfrm>
          <a:prstGeom prst="rect">
            <a:avLst/>
          </a:prstGeom>
          <a:solidFill>
            <a:srgbClr val="00B050"/>
          </a:solidFill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02</a:t>
            </a:r>
            <a:endParaRPr dirty="0"/>
          </a:p>
        </p:txBody>
      </p:sp>
      <p:cxnSp>
        <p:nvCxnSpPr>
          <p:cNvPr id="292" name="Google Shape;292;p31"/>
          <p:cNvCxnSpPr/>
          <p:nvPr/>
        </p:nvCxnSpPr>
        <p:spPr>
          <a:xfrm>
            <a:off x="2377650" y="3324129"/>
            <a:ext cx="43887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3" name="Google Shape;293;p31"/>
          <p:cNvSpPr txBox="1"/>
          <p:nvPr/>
        </p:nvSpPr>
        <p:spPr>
          <a:xfrm rot="540321">
            <a:off x="7304786" y="3816140"/>
            <a:ext cx="1774776" cy="43827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2"/>
                </a:solidFill>
                <a:latin typeface="Jost SemiBold"/>
                <a:ea typeface="Jost SemiBold"/>
                <a:cs typeface="Jost SemiBold"/>
                <a:sym typeface="Jost SemiBold"/>
              </a:rPr>
              <a:t>2022</a:t>
            </a:r>
            <a:endParaRPr sz="1900">
              <a:solidFill>
                <a:schemeClr val="accent2"/>
              </a:solidFill>
              <a:latin typeface="Jost SemiBold"/>
              <a:ea typeface="Jost SemiBold"/>
              <a:cs typeface="Jost SemiBold"/>
              <a:sym typeface="Jost SemiBold"/>
            </a:endParaRPr>
          </a:p>
        </p:txBody>
      </p:sp>
      <p:grpSp>
        <p:nvGrpSpPr>
          <p:cNvPr id="294" name="Google Shape;294;p31"/>
          <p:cNvGrpSpPr/>
          <p:nvPr/>
        </p:nvGrpSpPr>
        <p:grpSpPr>
          <a:xfrm rot="-654054">
            <a:off x="-62251" y="1005636"/>
            <a:ext cx="1149835" cy="1149835"/>
            <a:chOff x="-1332859" y="1178876"/>
            <a:chExt cx="1149900" cy="1149900"/>
          </a:xfrm>
        </p:grpSpPr>
        <p:sp>
          <p:nvSpPr>
            <p:cNvPr id="295" name="Google Shape;295;p31"/>
            <p:cNvSpPr/>
            <p:nvPr/>
          </p:nvSpPr>
          <p:spPr>
            <a:xfrm>
              <a:off x="-1332859" y="1178876"/>
              <a:ext cx="1149900" cy="1149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1"/>
            <p:cNvSpPr/>
            <p:nvPr/>
          </p:nvSpPr>
          <p:spPr>
            <a:xfrm>
              <a:off x="-1069494" y="1466133"/>
              <a:ext cx="623187" cy="575380"/>
            </a:xfrm>
            <a:custGeom>
              <a:avLst/>
              <a:gdLst/>
              <a:ahLst/>
              <a:cxnLst/>
              <a:rect l="l" t="t" r="r" b="b"/>
              <a:pathLst>
                <a:path w="19423" h="17933" extrusionOk="0">
                  <a:moveTo>
                    <a:pt x="7198" y="1"/>
                  </a:moveTo>
                  <a:cubicBezTo>
                    <a:pt x="4964" y="1"/>
                    <a:pt x="2780" y="1694"/>
                    <a:pt x="2780" y="4384"/>
                  </a:cubicBezTo>
                  <a:cubicBezTo>
                    <a:pt x="2780" y="4786"/>
                    <a:pt x="2832" y="5188"/>
                    <a:pt x="2955" y="5573"/>
                  </a:cubicBezTo>
                  <a:cubicBezTo>
                    <a:pt x="0" y="7636"/>
                    <a:pt x="1451" y="12268"/>
                    <a:pt x="5070" y="12268"/>
                  </a:cubicBezTo>
                  <a:lnTo>
                    <a:pt x="5245" y="12268"/>
                  </a:lnTo>
                  <a:cubicBezTo>
                    <a:pt x="5245" y="12775"/>
                    <a:pt x="5315" y="13282"/>
                    <a:pt x="5472" y="13772"/>
                  </a:cubicBezTo>
                  <a:cubicBezTo>
                    <a:pt x="5542" y="13982"/>
                    <a:pt x="5752" y="14139"/>
                    <a:pt x="5979" y="14139"/>
                  </a:cubicBezTo>
                  <a:cubicBezTo>
                    <a:pt x="6031" y="14139"/>
                    <a:pt x="6084" y="14121"/>
                    <a:pt x="6136" y="14104"/>
                  </a:cubicBezTo>
                  <a:cubicBezTo>
                    <a:pt x="6399" y="14016"/>
                    <a:pt x="6556" y="13737"/>
                    <a:pt x="6468" y="13457"/>
                  </a:cubicBezTo>
                  <a:cubicBezTo>
                    <a:pt x="5603" y="10694"/>
                    <a:pt x="7780" y="8209"/>
                    <a:pt x="10312" y="8209"/>
                  </a:cubicBezTo>
                  <a:cubicBezTo>
                    <a:pt x="10951" y="8209"/>
                    <a:pt x="11613" y="8367"/>
                    <a:pt x="12255" y="8720"/>
                  </a:cubicBezTo>
                  <a:lnTo>
                    <a:pt x="11486" y="8860"/>
                  </a:lnTo>
                  <a:cubicBezTo>
                    <a:pt x="10845" y="8946"/>
                    <a:pt x="10925" y="9891"/>
                    <a:pt x="11556" y="9891"/>
                  </a:cubicBezTo>
                  <a:cubicBezTo>
                    <a:pt x="11561" y="9891"/>
                    <a:pt x="11567" y="9891"/>
                    <a:pt x="11573" y="9891"/>
                  </a:cubicBezTo>
                  <a:lnTo>
                    <a:pt x="11678" y="9891"/>
                  </a:lnTo>
                  <a:lnTo>
                    <a:pt x="13618" y="9559"/>
                  </a:lnTo>
                  <a:cubicBezTo>
                    <a:pt x="13915" y="9506"/>
                    <a:pt x="14108" y="9227"/>
                    <a:pt x="14055" y="8947"/>
                  </a:cubicBezTo>
                  <a:lnTo>
                    <a:pt x="13706" y="6989"/>
                  </a:lnTo>
                  <a:cubicBezTo>
                    <a:pt x="13653" y="6693"/>
                    <a:pt x="13428" y="6558"/>
                    <a:pt x="13200" y="6558"/>
                  </a:cubicBezTo>
                  <a:cubicBezTo>
                    <a:pt x="12905" y="6558"/>
                    <a:pt x="12605" y="6786"/>
                    <a:pt x="12674" y="7181"/>
                  </a:cubicBezTo>
                  <a:lnTo>
                    <a:pt x="12797" y="7811"/>
                  </a:lnTo>
                  <a:cubicBezTo>
                    <a:pt x="12006" y="7374"/>
                    <a:pt x="11164" y="7172"/>
                    <a:pt x="10341" y="7172"/>
                  </a:cubicBezTo>
                  <a:cubicBezTo>
                    <a:pt x="8034" y="7172"/>
                    <a:pt x="5870" y="8759"/>
                    <a:pt x="5367" y="11219"/>
                  </a:cubicBezTo>
                  <a:lnTo>
                    <a:pt x="5070" y="11219"/>
                  </a:lnTo>
                  <a:cubicBezTo>
                    <a:pt x="5056" y="11220"/>
                    <a:pt x="5042" y="11220"/>
                    <a:pt x="5028" y="11220"/>
                  </a:cubicBezTo>
                  <a:cubicBezTo>
                    <a:pt x="2558" y="11220"/>
                    <a:pt x="1445" y="8134"/>
                    <a:pt x="3374" y="6569"/>
                  </a:cubicBezTo>
                  <a:lnTo>
                    <a:pt x="3374" y="6569"/>
                  </a:lnTo>
                  <a:cubicBezTo>
                    <a:pt x="3567" y="6902"/>
                    <a:pt x="3794" y="7199"/>
                    <a:pt x="4056" y="7478"/>
                  </a:cubicBezTo>
                  <a:cubicBezTo>
                    <a:pt x="4174" y="7592"/>
                    <a:pt x="4303" y="7640"/>
                    <a:pt x="4427" y="7640"/>
                  </a:cubicBezTo>
                  <a:cubicBezTo>
                    <a:pt x="4838" y="7640"/>
                    <a:pt x="5184" y="7116"/>
                    <a:pt x="4808" y="6727"/>
                  </a:cubicBezTo>
                  <a:cubicBezTo>
                    <a:pt x="4493" y="6412"/>
                    <a:pt x="4231" y="6028"/>
                    <a:pt x="4073" y="5608"/>
                  </a:cubicBezTo>
                  <a:cubicBezTo>
                    <a:pt x="3916" y="5206"/>
                    <a:pt x="3829" y="4804"/>
                    <a:pt x="3829" y="4384"/>
                  </a:cubicBezTo>
                  <a:cubicBezTo>
                    <a:pt x="3829" y="2347"/>
                    <a:pt x="5485" y="1055"/>
                    <a:pt x="7181" y="1055"/>
                  </a:cubicBezTo>
                  <a:cubicBezTo>
                    <a:pt x="8133" y="1055"/>
                    <a:pt x="9098" y="1462"/>
                    <a:pt x="9790" y="2374"/>
                  </a:cubicBezTo>
                  <a:cubicBezTo>
                    <a:pt x="9720" y="2444"/>
                    <a:pt x="9633" y="2514"/>
                    <a:pt x="9563" y="2584"/>
                  </a:cubicBezTo>
                  <a:cubicBezTo>
                    <a:pt x="9172" y="2961"/>
                    <a:pt x="9529" y="3494"/>
                    <a:pt x="9946" y="3494"/>
                  </a:cubicBezTo>
                  <a:cubicBezTo>
                    <a:pt x="10069" y="3494"/>
                    <a:pt x="10198" y="3447"/>
                    <a:pt x="10314" y="3335"/>
                  </a:cubicBezTo>
                  <a:cubicBezTo>
                    <a:pt x="10454" y="3196"/>
                    <a:pt x="10629" y="3056"/>
                    <a:pt x="10804" y="2933"/>
                  </a:cubicBezTo>
                  <a:cubicBezTo>
                    <a:pt x="11315" y="2603"/>
                    <a:pt x="11868" y="2453"/>
                    <a:pt x="12408" y="2453"/>
                  </a:cubicBezTo>
                  <a:cubicBezTo>
                    <a:pt x="13953" y="2453"/>
                    <a:pt x="15384" y="3684"/>
                    <a:pt x="15384" y="5433"/>
                  </a:cubicBezTo>
                  <a:cubicBezTo>
                    <a:pt x="15384" y="5643"/>
                    <a:pt x="15366" y="5835"/>
                    <a:pt x="15331" y="6045"/>
                  </a:cubicBezTo>
                  <a:cubicBezTo>
                    <a:pt x="15267" y="6369"/>
                    <a:pt x="15517" y="6663"/>
                    <a:pt x="15846" y="6663"/>
                  </a:cubicBezTo>
                  <a:cubicBezTo>
                    <a:pt x="15872" y="6663"/>
                    <a:pt x="15899" y="6661"/>
                    <a:pt x="15926" y="6657"/>
                  </a:cubicBezTo>
                  <a:cubicBezTo>
                    <a:pt x="17167" y="6657"/>
                    <a:pt x="18198" y="7688"/>
                    <a:pt x="18198" y="8947"/>
                  </a:cubicBezTo>
                  <a:cubicBezTo>
                    <a:pt x="18198" y="10188"/>
                    <a:pt x="17167" y="11219"/>
                    <a:pt x="15926" y="11219"/>
                  </a:cubicBezTo>
                  <a:lnTo>
                    <a:pt x="15279" y="11219"/>
                  </a:lnTo>
                  <a:cubicBezTo>
                    <a:pt x="15244" y="11045"/>
                    <a:pt x="15209" y="10887"/>
                    <a:pt x="15157" y="10713"/>
                  </a:cubicBezTo>
                  <a:cubicBezTo>
                    <a:pt x="15075" y="10455"/>
                    <a:pt x="14876" y="10345"/>
                    <a:pt x="14674" y="10345"/>
                  </a:cubicBezTo>
                  <a:cubicBezTo>
                    <a:pt x="14356" y="10345"/>
                    <a:pt x="14032" y="10620"/>
                    <a:pt x="14160" y="11027"/>
                  </a:cubicBezTo>
                  <a:cubicBezTo>
                    <a:pt x="15026" y="13791"/>
                    <a:pt x="12849" y="16276"/>
                    <a:pt x="10317" y="16276"/>
                  </a:cubicBezTo>
                  <a:cubicBezTo>
                    <a:pt x="9677" y="16276"/>
                    <a:pt x="9015" y="16117"/>
                    <a:pt x="8374" y="15765"/>
                  </a:cubicBezTo>
                  <a:lnTo>
                    <a:pt x="9143" y="15625"/>
                  </a:lnTo>
                  <a:cubicBezTo>
                    <a:pt x="9787" y="15509"/>
                    <a:pt x="9667" y="14583"/>
                    <a:pt x="9063" y="14583"/>
                  </a:cubicBezTo>
                  <a:cubicBezTo>
                    <a:pt x="9027" y="14583"/>
                    <a:pt x="8990" y="14587"/>
                    <a:pt x="8951" y="14593"/>
                  </a:cubicBezTo>
                  <a:lnTo>
                    <a:pt x="7010" y="14943"/>
                  </a:lnTo>
                  <a:cubicBezTo>
                    <a:pt x="6713" y="14978"/>
                    <a:pt x="6521" y="15258"/>
                    <a:pt x="6573" y="15555"/>
                  </a:cubicBezTo>
                  <a:lnTo>
                    <a:pt x="6923" y="17495"/>
                  </a:lnTo>
                  <a:cubicBezTo>
                    <a:pt x="6958" y="17740"/>
                    <a:pt x="7168" y="17932"/>
                    <a:pt x="7430" y="17932"/>
                  </a:cubicBezTo>
                  <a:lnTo>
                    <a:pt x="7517" y="17932"/>
                  </a:lnTo>
                  <a:cubicBezTo>
                    <a:pt x="7815" y="17880"/>
                    <a:pt x="8007" y="17618"/>
                    <a:pt x="7954" y="17320"/>
                  </a:cubicBezTo>
                  <a:lnTo>
                    <a:pt x="7849" y="16691"/>
                  </a:lnTo>
                  <a:lnTo>
                    <a:pt x="7849" y="16691"/>
                  </a:lnTo>
                  <a:cubicBezTo>
                    <a:pt x="8646" y="17133"/>
                    <a:pt x="9485" y="17335"/>
                    <a:pt x="10303" y="17335"/>
                  </a:cubicBezTo>
                  <a:cubicBezTo>
                    <a:pt x="12949" y="17335"/>
                    <a:pt x="15371" y="15220"/>
                    <a:pt x="15384" y="12268"/>
                  </a:cubicBezTo>
                  <a:lnTo>
                    <a:pt x="15926" y="12268"/>
                  </a:lnTo>
                  <a:cubicBezTo>
                    <a:pt x="15948" y="12269"/>
                    <a:pt x="15970" y="12269"/>
                    <a:pt x="15992" y="12269"/>
                  </a:cubicBezTo>
                  <a:cubicBezTo>
                    <a:pt x="17712" y="12269"/>
                    <a:pt x="19162" y="10935"/>
                    <a:pt x="19300" y="9209"/>
                  </a:cubicBezTo>
                  <a:cubicBezTo>
                    <a:pt x="19422" y="7444"/>
                    <a:pt x="18163" y="5888"/>
                    <a:pt x="16433" y="5660"/>
                  </a:cubicBezTo>
                  <a:lnTo>
                    <a:pt x="16433" y="5433"/>
                  </a:lnTo>
                  <a:cubicBezTo>
                    <a:pt x="16419" y="3116"/>
                    <a:pt x="14512" y="1409"/>
                    <a:pt x="12395" y="1409"/>
                  </a:cubicBezTo>
                  <a:cubicBezTo>
                    <a:pt x="11828" y="1409"/>
                    <a:pt x="11246" y="1531"/>
                    <a:pt x="10681" y="1797"/>
                  </a:cubicBezTo>
                  <a:cubicBezTo>
                    <a:pt x="9771" y="556"/>
                    <a:pt x="8476" y="1"/>
                    <a:pt x="71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7" name="Google Shape;297;p31"/>
          <p:cNvGrpSpPr/>
          <p:nvPr/>
        </p:nvGrpSpPr>
        <p:grpSpPr>
          <a:xfrm>
            <a:off x="524741" y="319401"/>
            <a:ext cx="1149900" cy="1149900"/>
            <a:chOff x="783766" y="1851351"/>
            <a:chExt cx="1149900" cy="1149900"/>
          </a:xfrm>
        </p:grpSpPr>
        <p:sp>
          <p:nvSpPr>
            <p:cNvPr id="298" name="Google Shape;298;p31"/>
            <p:cNvSpPr/>
            <p:nvPr/>
          </p:nvSpPr>
          <p:spPr>
            <a:xfrm>
              <a:off x="783766" y="1851351"/>
              <a:ext cx="1149900" cy="114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9" name="Google Shape;299;p31"/>
            <p:cNvGrpSpPr/>
            <p:nvPr/>
          </p:nvGrpSpPr>
          <p:grpSpPr>
            <a:xfrm>
              <a:off x="1007976" y="2192980"/>
              <a:ext cx="701684" cy="466733"/>
              <a:chOff x="3992088" y="1299025"/>
              <a:chExt cx="486875" cy="323850"/>
            </a:xfrm>
          </p:grpSpPr>
          <p:sp>
            <p:nvSpPr>
              <p:cNvPr id="300" name="Google Shape;300;p31"/>
              <p:cNvSpPr/>
              <p:nvPr/>
            </p:nvSpPr>
            <p:spPr>
              <a:xfrm>
                <a:off x="3992088" y="1299025"/>
                <a:ext cx="48687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19475" h="12954" extrusionOk="0">
                    <a:moveTo>
                      <a:pt x="12097" y="1381"/>
                    </a:moveTo>
                    <a:cubicBezTo>
                      <a:pt x="12080" y="1416"/>
                      <a:pt x="12080" y="1451"/>
                      <a:pt x="12062" y="1469"/>
                    </a:cubicBezTo>
                    <a:cubicBezTo>
                      <a:pt x="11940" y="1836"/>
                      <a:pt x="11835" y="2203"/>
                      <a:pt x="11783" y="2570"/>
                    </a:cubicBezTo>
                    <a:lnTo>
                      <a:pt x="10751" y="2570"/>
                    </a:lnTo>
                    <a:cubicBezTo>
                      <a:pt x="11083" y="2063"/>
                      <a:pt x="11555" y="1644"/>
                      <a:pt x="12097" y="1381"/>
                    </a:cubicBezTo>
                    <a:close/>
                    <a:moveTo>
                      <a:pt x="13548" y="1049"/>
                    </a:moveTo>
                    <a:cubicBezTo>
                      <a:pt x="13601" y="1049"/>
                      <a:pt x="13828" y="1224"/>
                      <a:pt x="14055" y="1888"/>
                    </a:cubicBezTo>
                    <a:cubicBezTo>
                      <a:pt x="14143" y="2116"/>
                      <a:pt x="14195" y="2343"/>
                      <a:pt x="14247" y="2570"/>
                    </a:cubicBezTo>
                    <a:lnTo>
                      <a:pt x="12849" y="2570"/>
                    </a:lnTo>
                    <a:cubicBezTo>
                      <a:pt x="12901" y="2343"/>
                      <a:pt x="12954" y="2116"/>
                      <a:pt x="13041" y="1888"/>
                    </a:cubicBezTo>
                    <a:cubicBezTo>
                      <a:pt x="13251" y="1224"/>
                      <a:pt x="13496" y="1067"/>
                      <a:pt x="13548" y="1049"/>
                    </a:cubicBezTo>
                    <a:close/>
                    <a:moveTo>
                      <a:pt x="14999" y="1381"/>
                    </a:moveTo>
                    <a:lnTo>
                      <a:pt x="14999" y="1381"/>
                    </a:lnTo>
                    <a:cubicBezTo>
                      <a:pt x="15541" y="1661"/>
                      <a:pt x="16013" y="2063"/>
                      <a:pt x="16345" y="2570"/>
                    </a:cubicBezTo>
                    <a:lnTo>
                      <a:pt x="15314" y="2570"/>
                    </a:lnTo>
                    <a:cubicBezTo>
                      <a:pt x="15261" y="2203"/>
                      <a:pt x="15156" y="1836"/>
                      <a:pt x="15034" y="1486"/>
                    </a:cubicBezTo>
                    <a:cubicBezTo>
                      <a:pt x="15034" y="1451"/>
                      <a:pt x="15017" y="1416"/>
                      <a:pt x="14999" y="1381"/>
                    </a:cubicBezTo>
                    <a:close/>
                    <a:moveTo>
                      <a:pt x="6993" y="1049"/>
                    </a:moveTo>
                    <a:lnTo>
                      <a:pt x="6993" y="3497"/>
                    </a:lnTo>
                    <a:lnTo>
                      <a:pt x="1049" y="3497"/>
                    </a:lnTo>
                    <a:lnTo>
                      <a:pt x="1049" y="1049"/>
                    </a:lnTo>
                    <a:close/>
                    <a:moveTo>
                      <a:pt x="11643" y="3619"/>
                    </a:moveTo>
                    <a:cubicBezTo>
                      <a:pt x="11625" y="3864"/>
                      <a:pt x="11625" y="4126"/>
                      <a:pt x="11625" y="4371"/>
                    </a:cubicBezTo>
                    <a:cubicBezTo>
                      <a:pt x="11625" y="4633"/>
                      <a:pt x="11625" y="4895"/>
                      <a:pt x="11643" y="5140"/>
                    </a:cubicBezTo>
                    <a:lnTo>
                      <a:pt x="10314" y="5140"/>
                    </a:lnTo>
                    <a:cubicBezTo>
                      <a:pt x="10244" y="4895"/>
                      <a:pt x="10227" y="4633"/>
                      <a:pt x="10227" y="4371"/>
                    </a:cubicBezTo>
                    <a:cubicBezTo>
                      <a:pt x="10227" y="4126"/>
                      <a:pt x="10244" y="3864"/>
                      <a:pt x="10314" y="3619"/>
                    </a:cubicBezTo>
                    <a:close/>
                    <a:moveTo>
                      <a:pt x="14387" y="3619"/>
                    </a:moveTo>
                    <a:cubicBezTo>
                      <a:pt x="14422" y="3864"/>
                      <a:pt x="14422" y="4126"/>
                      <a:pt x="14422" y="4371"/>
                    </a:cubicBezTo>
                    <a:cubicBezTo>
                      <a:pt x="14422" y="4633"/>
                      <a:pt x="14422" y="4895"/>
                      <a:pt x="14387" y="5140"/>
                    </a:cubicBezTo>
                    <a:lnTo>
                      <a:pt x="12709" y="5140"/>
                    </a:lnTo>
                    <a:cubicBezTo>
                      <a:pt x="12692" y="4895"/>
                      <a:pt x="12674" y="4633"/>
                      <a:pt x="12674" y="4371"/>
                    </a:cubicBezTo>
                    <a:cubicBezTo>
                      <a:pt x="12674" y="4126"/>
                      <a:pt x="12674" y="3864"/>
                      <a:pt x="12709" y="3619"/>
                    </a:cubicBezTo>
                    <a:close/>
                    <a:moveTo>
                      <a:pt x="16782" y="3619"/>
                    </a:moveTo>
                    <a:cubicBezTo>
                      <a:pt x="16852" y="3864"/>
                      <a:pt x="16870" y="4126"/>
                      <a:pt x="16870" y="4371"/>
                    </a:cubicBezTo>
                    <a:cubicBezTo>
                      <a:pt x="16870" y="4633"/>
                      <a:pt x="16852" y="4895"/>
                      <a:pt x="16782" y="5140"/>
                    </a:cubicBezTo>
                    <a:lnTo>
                      <a:pt x="15454" y="5140"/>
                    </a:lnTo>
                    <a:cubicBezTo>
                      <a:pt x="15471" y="4895"/>
                      <a:pt x="15471" y="4633"/>
                      <a:pt x="15471" y="4371"/>
                    </a:cubicBezTo>
                    <a:cubicBezTo>
                      <a:pt x="15471" y="4126"/>
                      <a:pt x="15471" y="3864"/>
                      <a:pt x="15454" y="3619"/>
                    </a:cubicBezTo>
                    <a:close/>
                    <a:moveTo>
                      <a:pt x="6993" y="4545"/>
                    </a:moveTo>
                    <a:lnTo>
                      <a:pt x="6993" y="5612"/>
                    </a:lnTo>
                    <a:lnTo>
                      <a:pt x="1049" y="5612"/>
                    </a:lnTo>
                    <a:lnTo>
                      <a:pt x="1049" y="4545"/>
                    </a:lnTo>
                    <a:close/>
                    <a:moveTo>
                      <a:pt x="11783" y="6189"/>
                    </a:moveTo>
                    <a:cubicBezTo>
                      <a:pt x="11835" y="6556"/>
                      <a:pt x="11940" y="6923"/>
                      <a:pt x="12062" y="7273"/>
                    </a:cubicBezTo>
                    <a:cubicBezTo>
                      <a:pt x="12062" y="7308"/>
                      <a:pt x="12080" y="7342"/>
                      <a:pt x="12097" y="7377"/>
                    </a:cubicBezTo>
                    <a:cubicBezTo>
                      <a:pt x="11555" y="7098"/>
                      <a:pt x="11083" y="6696"/>
                      <a:pt x="10751" y="6189"/>
                    </a:cubicBezTo>
                    <a:close/>
                    <a:moveTo>
                      <a:pt x="16328" y="6189"/>
                    </a:moveTo>
                    <a:cubicBezTo>
                      <a:pt x="16013" y="6696"/>
                      <a:pt x="15541" y="7098"/>
                      <a:pt x="14999" y="7377"/>
                    </a:cubicBezTo>
                    <a:cubicBezTo>
                      <a:pt x="14999" y="7342"/>
                      <a:pt x="15017" y="7308"/>
                      <a:pt x="15034" y="7273"/>
                    </a:cubicBezTo>
                    <a:cubicBezTo>
                      <a:pt x="15156" y="6923"/>
                      <a:pt x="15261" y="6556"/>
                      <a:pt x="15314" y="6189"/>
                    </a:cubicBezTo>
                    <a:close/>
                    <a:moveTo>
                      <a:pt x="4633" y="6643"/>
                    </a:moveTo>
                    <a:lnTo>
                      <a:pt x="4790" y="7710"/>
                    </a:lnTo>
                    <a:lnTo>
                      <a:pt x="3234" y="7710"/>
                    </a:lnTo>
                    <a:lnTo>
                      <a:pt x="3409" y="6643"/>
                    </a:lnTo>
                    <a:close/>
                    <a:moveTo>
                      <a:pt x="14247" y="6189"/>
                    </a:moveTo>
                    <a:cubicBezTo>
                      <a:pt x="14195" y="6416"/>
                      <a:pt x="14143" y="6643"/>
                      <a:pt x="14055" y="6870"/>
                    </a:cubicBezTo>
                    <a:cubicBezTo>
                      <a:pt x="13828" y="7535"/>
                      <a:pt x="13601" y="7692"/>
                      <a:pt x="13548" y="7710"/>
                    </a:cubicBezTo>
                    <a:cubicBezTo>
                      <a:pt x="13496" y="7710"/>
                      <a:pt x="13268" y="7535"/>
                      <a:pt x="13041" y="6870"/>
                    </a:cubicBezTo>
                    <a:cubicBezTo>
                      <a:pt x="12954" y="6643"/>
                      <a:pt x="12901" y="6416"/>
                      <a:pt x="12849" y="6189"/>
                    </a:cubicBezTo>
                    <a:close/>
                    <a:moveTo>
                      <a:pt x="16870" y="8758"/>
                    </a:moveTo>
                    <a:lnTo>
                      <a:pt x="16870" y="11888"/>
                    </a:lnTo>
                    <a:lnTo>
                      <a:pt x="1049" y="11888"/>
                    </a:lnTo>
                    <a:lnTo>
                      <a:pt x="1049" y="8758"/>
                    </a:lnTo>
                    <a:close/>
                    <a:moveTo>
                      <a:pt x="525" y="0"/>
                    </a:moveTo>
                    <a:cubicBezTo>
                      <a:pt x="245" y="0"/>
                      <a:pt x="0" y="245"/>
                      <a:pt x="0" y="525"/>
                    </a:cubicBezTo>
                    <a:lnTo>
                      <a:pt x="0" y="6136"/>
                    </a:lnTo>
                    <a:cubicBezTo>
                      <a:pt x="0" y="6416"/>
                      <a:pt x="245" y="6661"/>
                      <a:pt x="525" y="6661"/>
                    </a:cubicBezTo>
                    <a:lnTo>
                      <a:pt x="2360" y="6661"/>
                    </a:lnTo>
                    <a:lnTo>
                      <a:pt x="2185" y="7710"/>
                    </a:lnTo>
                    <a:lnTo>
                      <a:pt x="525" y="7710"/>
                    </a:lnTo>
                    <a:cubicBezTo>
                      <a:pt x="227" y="7710"/>
                      <a:pt x="0" y="7937"/>
                      <a:pt x="0" y="8234"/>
                    </a:cubicBezTo>
                    <a:lnTo>
                      <a:pt x="0" y="12430"/>
                    </a:lnTo>
                    <a:cubicBezTo>
                      <a:pt x="0" y="12709"/>
                      <a:pt x="227" y="12954"/>
                      <a:pt x="525" y="12954"/>
                    </a:cubicBezTo>
                    <a:lnTo>
                      <a:pt x="17394" y="12954"/>
                    </a:lnTo>
                    <a:cubicBezTo>
                      <a:pt x="17691" y="12954"/>
                      <a:pt x="17919" y="12709"/>
                      <a:pt x="17919" y="12430"/>
                    </a:cubicBezTo>
                    <a:lnTo>
                      <a:pt x="17919" y="8234"/>
                    </a:lnTo>
                    <a:cubicBezTo>
                      <a:pt x="17919" y="7937"/>
                      <a:pt x="17691" y="7710"/>
                      <a:pt x="17394" y="7710"/>
                    </a:cubicBezTo>
                    <a:lnTo>
                      <a:pt x="16398" y="7710"/>
                    </a:lnTo>
                    <a:cubicBezTo>
                      <a:pt x="19474" y="5070"/>
                      <a:pt x="17604" y="18"/>
                      <a:pt x="13548" y="18"/>
                    </a:cubicBezTo>
                    <a:cubicBezTo>
                      <a:pt x="9492" y="18"/>
                      <a:pt x="7622" y="5070"/>
                      <a:pt x="10716" y="7710"/>
                    </a:cubicBezTo>
                    <a:lnTo>
                      <a:pt x="5874" y="7710"/>
                    </a:lnTo>
                    <a:lnTo>
                      <a:pt x="5699" y="6661"/>
                    </a:lnTo>
                    <a:lnTo>
                      <a:pt x="7517" y="6661"/>
                    </a:lnTo>
                    <a:cubicBezTo>
                      <a:pt x="7814" y="6661"/>
                      <a:pt x="8059" y="6416"/>
                      <a:pt x="8059" y="6136"/>
                    </a:cubicBezTo>
                    <a:lnTo>
                      <a:pt x="8059" y="525"/>
                    </a:lnTo>
                    <a:cubicBezTo>
                      <a:pt x="8042" y="245"/>
                      <a:pt x="7814" y="0"/>
                      <a:pt x="75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31"/>
              <p:cNvSpPr/>
              <p:nvPr/>
            </p:nvSpPr>
            <p:spPr>
              <a:xfrm>
                <a:off x="4040163" y="1544200"/>
                <a:ext cx="30600" cy="26150"/>
              </a:xfrm>
              <a:custGeom>
                <a:avLst/>
                <a:gdLst/>
                <a:ahLst/>
                <a:cxnLst/>
                <a:rect l="l" t="t" r="r" b="b"/>
                <a:pathLst>
                  <a:path w="1224" h="1046" extrusionOk="0">
                    <a:moveTo>
                      <a:pt x="699" y="0"/>
                    </a:moveTo>
                    <a:cubicBezTo>
                      <a:pt x="227" y="0"/>
                      <a:pt x="0" y="560"/>
                      <a:pt x="332" y="892"/>
                    </a:cubicBezTo>
                    <a:cubicBezTo>
                      <a:pt x="439" y="998"/>
                      <a:pt x="569" y="1046"/>
                      <a:pt x="696" y="1046"/>
                    </a:cubicBezTo>
                    <a:cubicBezTo>
                      <a:pt x="966" y="1046"/>
                      <a:pt x="1224" y="834"/>
                      <a:pt x="1224" y="525"/>
                    </a:cubicBezTo>
                    <a:cubicBezTo>
                      <a:pt x="1224" y="228"/>
                      <a:pt x="997" y="0"/>
                      <a:pt x="6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31"/>
              <p:cNvSpPr/>
              <p:nvPr/>
            </p:nvSpPr>
            <p:spPr>
              <a:xfrm>
                <a:off x="4092588" y="1544200"/>
                <a:ext cx="30625" cy="26150"/>
              </a:xfrm>
              <a:custGeom>
                <a:avLst/>
                <a:gdLst/>
                <a:ahLst/>
                <a:cxnLst/>
                <a:rect l="l" t="t" r="r" b="b"/>
                <a:pathLst>
                  <a:path w="1225" h="1046" extrusionOk="0">
                    <a:moveTo>
                      <a:pt x="700" y="0"/>
                    </a:moveTo>
                    <a:cubicBezTo>
                      <a:pt x="228" y="0"/>
                      <a:pt x="1" y="560"/>
                      <a:pt x="333" y="892"/>
                    </a:cubicBezTo>
                    <a:cubicBezTo>
                      <a:pt x="439" y="998"/>
                      <a:pt x="569" y="1046"/>
                      <a:pt x="697" y="1046"/>
                    </a:cubicBezTo>
                    <a:cubicBezTo>
                      <a:pt x="966" y="1046"/>
                      <a:pt x="1225" y="834"/>
                      <a:pt x="1225" y="525"/>
                    </a:cubicBezTo>
                    <a:cubicBezTo>
                      <a:pt x="1225" y="228"/>
                      <a:pt x="997" y="0"/>
                      <a:pt x="7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31"/>
              <p:cNvSpPr/>
              <p:nvPr/>
            </p:nvSpPr>
            <p:spPr>
              <a:xfrm>
                <a:off x="4256488" y="1544200"/>
                <a:ext cx="134625" cy="26250"/>
              </a:xfrm>
              <a:custGeom>
                <a:avLst/>
                <a:gdLst/>
                <a:ahLst/>
                <a:cxnLst/>
                <a:rect l="l" t="t" r="r" b="b"/>
                <a:pathLst>
                  <a:path w="5385" h="1050" extrusionOk="0">
                    <a:moveTo>
                      <a:pt x="525" y="0"/>
                    </a:moveTo>
                    <a:cubicBezTo>
                      <a:pt x="228" y="0"/>
                      <a:pt x="0" y="228"/>
                      <a:pt x="0" y="525"/>
                    </a:cubicBezTo>
                    <a:cubicBezTo>
                      <a:pt x="0" y="804"/>
                      <a:pt x="228" y="1049"/>
                      <a:pt x="525" y="1049"/>
                    </a:cubicBezTo>
                    <a:lnTo>
                      <a:pt x="4720" y="1049"/>
                    </a:lnTo>
                    <a:cubicBezTo>
                      <a:pt x="5385" y="997"/>
                      <a:pt x="5385" y="35"/>
                      <a:pt x="47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5" name="Picture 2" descr="RV TechLear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730" y="119664"/>
            <a:ext cx="913681" cy="91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1083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7"/>
          <p:cNvSpPr txBox="1">
            <a:spLocks noGrp="1"/>
          </p:cNvSpPr>
          <p:nvPr>
            <p:ph type="title"/>
          </p:nvPr>
        </p:nvSpPr>
        <p:spPr>
          <a:xfrm>
            <a:off x="730825" y="535650"/>
            <a:ext cx="7682400" cy="4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List of Services</a:t>
            </a:r>
            <a:endParaRPr dirty="0"/>
          </a:p>
        </p:txBody>
      </p:sp>
      <p:sp>
        <p:nvSpPr>
          <p:cNvPr id="401" name="Google Shape;401;p37"/>
          <p:cNvSpPr txBox="1">
            <a:spLocks noGrp="1"/>
          </p:cNvSpPr>
          <p:nvPr>
            <p:ph type="subTitle" idx="1"/>
          </p:nvPr>
        </p:nvSpPr>
        <p:spPr>
          <a:xfrm>
            <a:off x="163287" y="2278577"/>
            <a:ext cx="2759638" cy="75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just"/>
            <a:r>
              <a:rPr lang="en-US" sz="1400" b="1" dirty="0" smtClean="0"/>
              <a:t>Introduction: </a:t>
            </a:r>
            <a:r>
              <a:rPr lang="en-US" sz="1400" dirty="0" smtClean="0"/>
              <a:t>Simple </a:t>
            </a:r>
            <a:r>
              <a:rPr lang="en-US" sz="1400" dirty="0"/>
              <a:t>S</a:t>
            </a:r>
            <a:r>
              <a:rPr lang="en-US" sz="1400" dirty="0" smtClean="0"/>
              <a:t>torage </a:t>
            </a:r>
            <a:r>
              <a:rPr lang="en-US" sz="1400" dirty="0"/>
              <a:t>S</a:t>
            </a:r>
            <a:r>
              <a:rPr lang="en-US" sz="1400" dirty="0" smtClean="0"/>
              <a:t>ervice is a s</a:t>
            </a:r>
            <a:r>
              <a:rPr lang="en-US" sz="1400" dirty="0" smtClean="0"/>
              <a:t>calable </a:t>
            </a:r>
            <a:r>
              <a:rPr lang="en-US" sz="1400" dirty="0"/>
              <a:t>cloud object storage supporting event-based triggers</a:t>
            </a:r>
            <a:r>
              <a:rPr lang="en-US" sz="1400" dirty="0" smtClean="0"/>
              <a:t>.</a:t>
            </a:r>
          </a:p>
          <a:p>
            <a:pPr marL="0" indent="0"/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2" name="Google Shape;402;p37"/>
          <p:cNvSpPr txBox="1">
            <a:spLocks noGrp="1"/>
          </p:cNvSpPr>
          <p:nvPr>
            <p:ph type="subTitle" idx="2"/>
          </p:nvPr>
        </p:nvSpPr>
        <p:spPr>
          <a:xfrm>
            <a:off x="220083" y="1746152"/>
            <a:ext cx="2225400" cy="32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Amazon S3 </a:t>
            </a:r>
          </a:p>
        </p:txBody>
      </p:sp>
      <p:cxnSp>
        <p:nvCxnSpPr>
          <p:cNvPr id="403" name="Google Shape;403;p37"/>
          <p:cNvCxnSpPr/>
          <p:nvPr/>
        </p:nvCxnSpPr>
        <p:spPr>
          <a:xfrm>
            <a:off x="1392225" y="1033750"/>
            <a:ext cx="6359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4" name="Google Shape;404;p37"/>
          <p:cNvSpPr txBox="1"/>
          <p:nvPr/>
        </p:nvSpPr>
        <p:spPr>
          <a:xfrm rot="-60404" flipH="1">
            <a:off x="579644" y="1276164"/>
            <a:ext cx="1468427" cy="366054"/>
          </a:xfrm>
          <a:prstGeom prst="rect">
            <a:avLst/>
          </a:prstGeom>
          <a:solidFill>
            <a:srgbClr val="F5747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accent2"/>
                </a:solidFill>
                <a:latin typeface="Jost"/>
                <a:ea typeface="Jost"/>
                <a:cs typeface="Jost"/>
                <a:sym typeface="Jost"/>
              </a:rPr>
              <a:t>01</a:t>
            </a:r>
            <a:endParaRPr sz="3000" b="1">
              <a:solidFill>
                <a:schemeClr val="accent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06" name="Google Shape;406;p37"/>
          <p:cNvSpPr txBox="1">
            <a:spLocks noGrp="1"/>
          </p:cNvSpPr>
          <p:nvPr>
            <p:ph type="subTitle" idx="4"/>
          </p:nvPr>
        </p:nvSpPr>
        <p:spPr>
          <a:xfrm>
            <a:off x="3203954" y="1771556"/>
            <a:ext cx="2225400" cy="32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Amazon SNS </a:t>
            </a:r>
          </a:p>
        </p:txBody>
      </p:sp>
      <p:sp>
        <p:nvSpPr>
          <p:cNvPr id="408" name="Google Shape;408;p37"/>
          <p:cNvSpPr txBox="1">
            <a:spLocks noGrp="1"/>
          </p:cNvSpPr>
          <p:nvPr>
            <p:ph type="subTitle" idx="6"/>
          </p:nvPr>
        </p:nvSpPr>
        <p:spPr>
          <a:xfrm>
            <a:off x="6563209" y="1746152"/>
            <a:ext cx="2225400" cy="32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IAM</a:t>
            </a:r>
          </a:p>
        </p:txBody>
      </p:sp>
      <p:sp>
        <p:nvSpPr>
          <p:cNvPr id="409" name="Google Shape;409;p37"/>
          <p:cNvSpPr txBox="1"/>
          <p:nvPr/>
        </p:nvSpPr>
        <p:spPr>
          <a:xfrm rot="-60404" flipH="1">
            <a:off x="6941695" y="1276164"/>
            <a:ext cx="1468427" cy="366054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accent2"/>
                </a:solidFill>
                <a:latin typeface="Jost"/>
                <a:ea typeface="Jost"/>
                <a:cs typeface="Jost"/>
                <a:sym typeface="Jost"/>
              </a:rPr>
              <a:t>03</a:t>
            </a:r>
            <a:endParaRPr sz="3000" b="1">
              <a:solidFill>
                <a:schemeClr val="accent2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410" name="Google Shape;410;p37"/>
          <p:cNvSpPr txBox="1"/>
          <p:nvPr/>
        </p:nvSpPr>
        <p:spPr>
          <a:xfrm rot="60404">
            <a:off x="3582440" y="1301568"/>
            <a:ext cx="1468427" cy="36605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rPr>
              <a:t>02</a:t>
            </a:r>
            <a:endParaRPr sz="3000" b="1">
              <a:solidFill>
                <a:schemeClr val="accent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3" name="Google Shape;401;p37"/>
          <p:cNvSpPr txBox="1">
            <a:spLocks/>
          </p:cNvSpPr>
          <p:nvPr/>
        </p:nvSpPr>
        <p:spPr>
          <a:xfrm>
            <a:off x="163287" y="3296240"/>
            <a:ext cx="2759638" cy="7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None/>
              <a:defRPr sz="1600" b="0" i="0" u="none" strike="noStrike" cap="none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marR="0" lvl="1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None/>
              <a:defRPr sz="16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marR="0" lvl="2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None/>
              <a:defRPr sz="16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marR="0" lvl="3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None/>
              <a:defRPr sz="16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marR="0" lvl="4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None/>
              <a:defRPr sz="16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marR="0" lvl="5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None/>
              <a:defRPr sz="16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marR="0" lvl="6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None/>
              <a:defRPr sz="16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marR="0" lvl="7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None/>
              <a:defRPr sz="16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marR="0" lvl="8" indent="-33020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"/>
              <a:buNone/>
              <a:defRPr sz="1600" b="0" i="0" u="none" strike="noStrike" cap="none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marL="0" indent="0" algn="just"/>
            <a:r>
              <a:rPr lang="en-US" sz="1400" b="1" dirty="0" smtClean="0"/>
              <a:t>Why Used</a:t>
            </a:r>
            <a:r>
              <a:rPr lang="en-US" sz="1400" dirty="0" smtClean="0"/>
              <a:t>: Acts as the source of events. It monitors file uploads and triggers notifications accordingly.</a:t>
            </a:r>
            <a:endParaRPr lang="en-US" dirty="0" smtClean="0"/>
          </a:p>
        </p:txBody>
      </p:sp>
      <p:sp>
        <p:nvSpPr>
          <p:cNvPr id="16" name="Google Shape;401;p37"/>
          <p:cNvSpPr txBox="1">
            <a:spLocks noGrp="1"/>
          </p:cNvSpPr>
          <p:nvPr>
            <p:ph type="subTitle" idx="1"/>
          </p:nvPr>
        </p:nvSpPr>
        <p:spPr>
          <a:xfrm>
            <a:off x="3192106" y="2278577"/>
            <a:ext cx="2759638" cy="7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just"/>
            <a:r>
              <a:rPr lang="en-US" sz="1400" b="1" dirty="0"/>
              <a:t>Introduction: </a:t>
            </a:r>
            <a:r>
              <a:rPr lang="en-US" sz="1400" dirty="0"/>
              <a:t>Simple Notification Service Managed messaging service for broadcasting notifications to multiple endpoints.</a:t>
            </a:r>
          </a:p>
          <a:p>
            <a:pPr marL="0" indent="0" algn="just"/>
            <a:endParaRPr lang="en-US" sz="1400" b="1" dirty="0"/>
          </a:p>
          <a:p>
            <a:pPr marL="0" indent="0" algn="just"/>
            <a:endParaRPr sz="1400" b="1" dirty="0"/>
          </a:p>
        </p:txBody>
      </p:sp>
      <p:sp>
        <p:nvSpPr>
          <p:cNvPr id="17" name="Google Shape;401;p37"/>
          <p:cNvSpPr txBox="1">
            <a:spLocks noGrp="1"/>
          </p:cNvSpPr>
          <p:nvPr>
            <p:ph type="subTitle" idx="1"/>
          </p:nvPr>
        </p:nvSpPr>
        <p:spPr>
          <a:xfrm>
            <a:off x="6220925" y="2278577"/>
            <a:ext cx="2759638" cy="75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indent="0" algn="just"/>
            <a:r>
              <a:rPr lang="en-US" sz="1400" b="1" dirty="0" smtClean="0"/>
              <a:t>Introduction: </a:t>
            </a:r>
            <a:r>
              <a:rPr lang="en-US" sz="1400" dirty="0" smtClean="0"/>
              <a:t>Identity Access  Management m</a:t>
            </a:r>
            <a:r>
              <a:rPr lang="en-US" sz="1400" dirty="0" smtClean="0"/>
              <a:t>anages </a:t>
            </a:r>
            <a:r>
              <a:rPr lang="en-US" sz="1400" dirty="0"/>
              <a:t>secure access control for AWS services and resources</a:t>
            </a:r>
            <a:r>
              <a:rPr lang="en-US" dirty="0"/>
              <a:t>.</a:t>
            </a:r>
          </a:p>
          <a:p>
            <a:pPr marL="0" indent="0" algn="just"/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" name="Google Shape;401;p37"/>
          <p:cNvSpPr txBox="1">
            <a:spLocks/>
          </p:cNvSpPr>
          <p:nvPr/>
        </p:nvSpPr>
        <p:spPr>
          <a:xfrm>
            <a:off x="3192105" y="3256661"/>
            <a:ext cx="2771487" cy="86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just">
              <a:buClr>
                <a:schemeClr val="dk1"/>
              </a:buClr>
              <a:buSzPts val="1600"/>
              <a:buFont typeface="Jost"/>
              <a:buNone/>
              <a:defRPr b="1">
                <a:solidFill>
                  <a:schemeClr val="accent1"/>
                </a:solidFill>
                <a:latin typeface="Jost"/>
                <a:ea typeface="Jost"/>
                <a:cs typeface="Jost"/>
              </a:defRPr>
            </a:lvl1pPr>
            <a:lvl2pPr marL="9144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2pPr>
            <a:lvl3pPr marL="13716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3pPr>
            <a:lvl4pPr marL="18288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4pPr>
            <a:lvl5pPr marL="22860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5pPr>
            <a:lvl6pPr marL="27432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6pPr>
            <a:lvl7pPr marL="32004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7pPr>
            <a:lvl8pPr marL="36576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8pPr>
            <a:lvl9pPr marL="41148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9pPr>
          </a:lstStyle>
          <a:p>
            <a:r>
              <a:rPr lang="en-US" dirty="0"/>
              <a:t>Why Used: </a:t>
            </a:r>
            <a:r>
              <a:rPr lang="en-US" b="0" dirty="0"/>
              <a:t>Receives events from S3 and forwards notifications to subscribed endpoints (email, Lambda, etc.).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9" name="Google Shape;401;p37"/>
          <p:cNvSpPr txBox="1">
            <a:spLocks/>
          </p:cNvSpPr>
          <p:nvPr/>
        </p:nvSpPr>
        <p:spPr>
          <a:xfrm>
            <a:off x="6232772" y="3275475"/>
            <a:ext cx="2759638" cy="86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just">
              <a:buClr>
                <a:schemeClr val="dk1"/>
              </a:buClr>
              <a:buSzPts val="1600"/>
              <a:buFont typeface="Jost"/>
              <a:buNone/>
              <a:defRPr b="1">
                <a:solidFill>
                  <a:schemeClr val="accent1"/>
                </a:solidFill>
                <a:latin typeface="Jost"/>
                <a:ea typeface="Jost"/>
                <a:cs typeface="Jost"/>
              </a:defRPr>
            </a:lvl1pPr>
            <a:lvl2pPr marL="9144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2pPr>
            <a:lvl3pPr marL="13716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3pPr>
            <a:lvl4pPr marL="18288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4pPr>
            <a:lvl5pPr marL="22860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5pPr>
            <a:lvl6pPr marL="27432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6pPr>
            <a:lvl7pPr marL="32004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7pPr>
            <a:lvl8pPr marL="36576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8pPr>
            <a:lvl9pPr marL="41148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9pPr>
          </a:lstStyle>
          <a:p>
            <a:r>
              <a:rPr lang="en-US" dirty="0"/>
              <a:t>Why Used: </a:t>
            </a:r>
            <a:r>
              <a:rPr lang="en-US" b="0" dirty="0"/>
              <a:t>Provides the necessary permissions for S3 to publish events to the SNS topic securely.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20" name="Google Shape;401;p37"/>
          <p:cNvSpPr txBox="1">
            <a:spLocks/>
          </p:cNvSpPr>
          <p:nvPr/>
        </p:nvSpPr>
        <p:spPr>
          <a:xfrm>
            <a:off x="163287" y="4139388"/>
            <a:ext cx="2759638" cy="86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just">
              <a:buClr>
                <a:schemeClr val="dk1"/>
              </a:buClr>
              <a:buSzPts val="1600"/>
              <a:buFont typeface="Jost"/>
              <a:buNone/>
              <a:defRPr b="1">
                <a:solidFill>
                  <a:schemeClr val="accent1"/>
                </a:solidFill>
                <a:latin typeface="Jost"/>
                <a:ea typeface="Jost"/>
                <a:cs typeface="Jost"/>
              </a:defRPr>
            </a:lvl1pPr>
            <a:lvl2pPr marL="9144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2pPr>
            <a:lvl3pPr marL="13716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3pPr>
            <a:lvl4pPr marL="18288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4pPr>
            <a:lvl5pPr marL="22860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5pPr>
            <a:lvl6pPr marL="27432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6pPr>
            <a:lvl7pPr marL="32004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7pPr>
            <a:lvl8pPr marL="36576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8pPr>
            <a:lvl9pPr marL="41148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9pPr>
          </a:lstStyle>
          <a:p>
            <a:r>
              <a:rPr lang="en-US" dirty="0"/>
              <a:t>How It Connects to This Project: </a:t>
            </a:r>
            <a:r>
              <a:rPr lang="en-US" b="0" dirty="0"/>
              <a:t>It triggers an event when a file is uploaded, acting as the starting point of the notification workflow.</a:t>
            </a:r>
          </a:p>
        </p:txBody>
      </p:sp>
      <p:sp>
        <p:nvSpPr>
          <p:cNvPr id="21" name="Google Shape;401;p37"/>
          <p:cNvSpPr txBox="1">
            <a:spLocks/>
          </p:cNvSpPr>
          <p:nvPr/>
        </p:nvSpPr>
        <p:spPr>
          <a:xfrm>
            <a:off x="3203954" y="4146642"/>
            <a:ext cx="2759638" cy="86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just">
              <a:buClr>
                <a:schemeClr val="dk1"/>
              </a:buClr>
              <a:buSzPts val="1600"/>
              <a:buFont typeface="Jost"/>
              <a:buNone/>
              <a:defRPr b="1">
                <a:solidFill>
                  <a:schemeClr val="accent1"/>
                </a:solidFill>
                <a:latin typeface="Jost"/>
                <a:ea typeface="Jost"/>
                <a:cs typeface="Jost"/>
              </a:defRPr>
            </a:lvl1pPr>
            <a:lvl2pPr marL="9144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2pPr>
            <a:lvl3pPr marL="13716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3pPr>
            <a:lvl4pPr marL="18288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4pPr>
            <a:lvl5pPr marL="22860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5pPr>
            <a:lvl6pPr marL="27432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6pPr>
            <a:lvl7pPr marL="32004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7pPr>
            <a:lvl8pPr marL="36576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8pPr>
            <a:lvl9pPr marL="41148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9pPr>
          </a:lstStyle>
          <a:p>
            <a:r>
              <a:rPr lang="en-US" dirty="0"/>
              <a:t>How It Connects to This Project: </a:t>
            </a:r>
            <a:r>
              <a:rPr lang="en-US" b="0" dirty="0"/>
              <a:t>It receives the event from S3 and sends it as an email notification.</a:t>
            </a:r>
          </a:p>
        </p:txBody>
      </p:sp>
      <p:sp>
        <p:nvSpPr>
          <p:cNvPr id="22" name="Google Shape;401;p37"/>
          <p:cNvSpPr txBox="1">
            <a:spLocks/>
          </p:cNvSpPr>
          <p:nvPr/>
        </p:nvSpPr>
        <p:spPr>
          <a:xfrm>
            <a:off x="6244621" y="4132124"/>
            <a:ext cx="2759638" cy="86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L="0" indent="0" algn="just">
              <a:buClr>
                <a:schemeClr val="dk1"/>
              </a:buClr>
              <a:buSzPts val="1600"/>
              <a:buFont typeface="Jost"/>
              <a:buNone/>
              <a:defRPr b="1">
                <a:solidFill>
                  <a:schemeClr val="accent1"/>
                </a:solidFill>
                <a:latin typeface="Jost"/>
                <a:ea typeface="Jost"/>
                <a:cs typeface="Jost"/>
              </a:defRPr>
            </a:lvl1pPr>
            <a:lvl2pPr marL="9144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2pPr>
            <a:lvl3pPr marL="13716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3pPr>
            <a:lvl4pPr marL="18288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4pPr>
            <a:lvl5pPr marL="22860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5pPr>
            <a:lvl6pPr marL="27432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6pPr>
            <a:lvl7pPr marL="32004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7pPr>
            <a:lvl8pPr marL="36576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8pPr>
            <a:lvl9pPr marL="4114800" indent="-330200" algn="r">
              <a:buClr>
                <a:schemeClr val="dk1"/>
              </a:buClr>
              <a:buSzPts val="1600"/>
              <a:buFont typeface="Jost"/>
              <a:buNone/>
              <a:defRPr sz="1600">
                <a:solidFill>
                  <a:schemeClr val="dk1"/>
                </a:solidFill>
                <a:latin typeface="Jost"/>
                <a:ea typeface="Jost"/>
                <a:cs typeface="Jost"/>
              </a:defRPr>
            </a:lvl9pPr>
          </a:lstStyle>
          <a:p>
            <a:r>
              <a:rPr lang="en-US" dirty="0"/>
              <a:t>How It Connects to This Project: </a:t>
            </a:r>
            <a:r>
              <a:rPr lang="en-US" b="0" dirty="0"/>
              <a:t>Ensures only the specified S3 bucket can publish messages to the SNS topic.</a:t>
            </a:r>
          </a:p>
        </p:txBody>
      </p:sp>
      <p:pic>
        <p:nvPicPr>
          <p:cNvPr id="23" name="Picture 2" descr="RV TechLear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730" y="119664"/>
            <a:ext cx="913681" cy="91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5"/>
          <p:cNvSpPr txBox="1">
            <a:spLocks noGrp="1"/>
          </p:cNvSpPr>
          <p:nvPr>
            <p:ph type="title"/>
          </p:nvPr>
        </p:nvSpPr>
        <p:spPr>
          <a:xfrm>
            <a:off x="803356" y="230118"/>
            <a:ext cx="7413300" cy="4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Scope and Usecase of services </a:t>
            </a:r>
            <a:br>
              <a:rPr lang="en" dirty="0" smtClean="0"/>
            </a:br>
            <a:r>
              <a:rPr lang="en" dirty="0" smtClean="0"/>
              <a:t>Integrated</a:t>
            </a:r>
            <a:endParaRPr dirty="0"/>
          </a:p>
        </p:txBody>
      </p:sp>
      <p:cxnSp>
        <p:nvCxnSpPr>
          <p:cNvPr id="585" name="Google Shape;585;p45"/>
          <p:cNvCxnSpPr/>
          <p:nvPr/>
        </p:nvCxnSpPr>
        <p:spPr>
          <a:xfrm>
            <a:off x="2403285" y="2730025"/>
            <a:ext cx="1012606" cy="1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8" name="Google Shape;588;p45"/>
          <p:cNvSpPr txBox="1"/>
          <p:nvPr/>
        </p:nvSpPr>
        <p:spPr>
          <a:xfrm>
            <a:off x="894350" y="1615620"/>
            <a:ext cx="2519836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 smtClean="0">
                <a:solidFill>
                  <a:schemeClr val="accent1"/>
                </a:solidFill>
                <a:latin typeface="Jost" panose="020B0604020202020204" charset="0"/>
                <a:ea typeface="Jost" panose="020B0604020202020204" charset="0"/>
                <a:cs typeface="Jost"/>
                <a:sym typeface="Jost"/>
              </a:rPr>
              <a:t>Scope:</a:t>
            </a:r>
          </a:p>
          <a:p>
            <a:r>
              <a:rPr lang="en-US" dirty="0">
                <a:solidFill>
                  <a:schemeClr val="accent1"/>
                </a:solidFill>
                <a:latin typeface="Jost" panose="020B0604020202020204" charset="0"/>
                <a:ea typeface="Jost" panose="020B0604020202020204" charset="0"/>
              </a:rPr>
              <a:t>Acts as a centralized event source that reacts to object-level activities (e.g., uploads).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accent1"/>
              </a:solidFill>
              <a:latin typeface="Jost" panose="020B0604020202020204" charset="0"/>
              <a:ea typeface="Jost" panose="020B0604020202020204" charset="0"/>
              <a:cs typeface="Jost"/>
              <a:sym typeface="Jost"/>
            </a:endParaRPr>
          </a:p>
        </p:txBody>
      </p:sp>
      <p:sp>
        <p:nvSpPr>
          <p:cNvPr id="590" name="Google Shape;590;p45"/>
          <p:cNvSpPr txBox="1"/>
          <p:nvPr/>
        </p:nvSpPr>
        <p:spPr>
          <a:xfrm>
            <a:off x="892651" y="2983819"/>
            <a:ext cx="2133300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>
                <a:latin typeface="Jost" panose="020B0604020202020204" charset="0"/>
                <a:ea typeface="Jost" panose="020B0604020202020204" charset="0"/>
              </a:rPr>
              <a:t>Use Case</a:t>
            </a:r>
            <a:r>
              <a:rPr lang="en-US" dirty="0">
                <a:latin typeface="Jost" panose="020B0604020202020204" charset="0"/>
                <a:ea typeface="Jost" panose="020B0604020202020204" charset="0"/>
              </a:rPr>
              <a:t>: When a file is added to the S3 bucket, it triggers a configured event, initiating the notification pipeline.</a:t>
            </a:r>
          </a:p>
        </p:txBody>
      </p:sp>
      <p:sp>
        <p:nvSpPr>
          <p:cNvPr id="586" name="Google Shape;586;p45"/>
          <p:cNvSpPr/>
          <p:nvPr/>
        </p:nvSpPr>
        <p:spPr>
          <a:xfrm>
            <a:off x="714175" y="2685325"/>
            <a:ext cx="89400" cy="894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92" name="Google Shape;592;p45"/>
          <p:cNvCxnSpPr/>
          <p:nvPr/>
        </p:nvCxnSpPr>
        <p:spPr>
          <a:xfrm>
            <a:off x="758875" y="1671750"/>
            <a:ext cx="0" cy="101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593" name="Google Shape;593;p45"/>
          <p:cNvCxnSpPr/>
          <p:nvPr/>
        </p:nvCxnSpPr>
        <p:spPr>
          <a:xfrm>
            <a:off x="758875" y="2774725"/>
            <a:ext cx="0" cy="101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597" name="Google Shape;597;p45"/>
          <p:cNvSpPr txBox="1"/>
          <p:nvPr/>
        </p:nvSpPr>
        <p:spPr>
          <a:xfrm>
            <a:off x="3602344" y="2567190"/>
            <a:ext cx="2133300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smtClean="0">
                <a:solidFill>
                  <a:schemeClr val="accent1"/>
                </a:solidFill>
                <a:latin typeface="Jost SemiBold"/>
                <a:ea typeface="Jost SemiBold"/>
                <a:cs typeface="Jost SemiBold"/>
                <a:sym typeface="Jost SemiBold"/>
              </a:rPr>
              <a:t>Amazon SNS</a:t>
            </a:r>
            <a:endParaRPr sz="2000" dirty="0">
              <a:solidFill>
                <a:schemeClr val="accent1"/>
              </a:solidFill>
              <a:latin typeface="Jost SemiBold"/>
              <a:ea typeface="Jost SemiBold"/>
              <a:cs typeface="Jost SemiBold"/>
              <a:sym typeface="Jost SemiBold"/>
            </a:endParaRPr>
          </a:p>
        </p:txBody>
      </p:sp>
      <p:sp>
        <p:nvSpPr>
          <p:cNvPr id="587" name="Google Shape;587;p45"/>
          <p:cNvSpPr/>
          <p:nvPr/>
        </p:nvSpPr>
        <p:spPr>
          <a:xfrm>
            <a:off x="3415891" y="2685325"/>
            <a:ext cx="89400" cy="894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598" name="Google Shape;598;p45"/>
          <p:cNvCxnSpPr/>
          <p:nvPr/>
        </p:nvCxnSpPr>
        <p:spPr>
          <a:xfrm>
            <a:off x="3460589" y="1671750"/>
            <a:ext cx="0" cy="101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599" name="Google Shape;599;p45"/>
          <p:cNvCxnSpPr/>
          <p:nvPr/>
        </p:nvCxnSpPr>
        <p:spPr>
          <a:xfrm>
            <a:off x="3460589" y="2774725"/>
            <a:ext cx="0" cy="101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604" name="Google Shape;604;p45"/>
          <p:cNvSpPr/>
          <p:nvPr/>
        </p:nvSpPr>
        <p:spPr>
          <a:xfrm>
            <a:off x="6115904" y="2685325"/>
            <a:ext cx="89400" cy="894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05" name="Google Shape;605;p45"/>
          <p:cNvCxnSpPr/>
          <p:nvPr/>
        </p:nvCxnSpPr>
        <p:spPr>
          <a:xfrm>
            <a:off x="6160600" y="1671750"/>
            <a:ext cx="0" cy="101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606" name="Google Shape;606;p45"/>
          <p:cNvCxnSpPr/>
          <p:nvPr/>
        </p:nvCxnSpPr>
        <p:spPr>
          <a:xfrm>
            <a:off x="6160600" y="2774725"/>
            <a:ext cx="0" cy="10137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607" name="Google Shape;607;p45"/>
          <p:cNvSpPr/>
          <p:nvPr/>
        </p:nvSpPr>
        <p:spPr>
          <a:xfrm>
            <a:off x="8429875" y="2685325"/>
            <a:ext cx="89400" cy="894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8" name="Google Shape;608;p45"/>
          <p:cNvGrpSpPr/>
          <p:nvPr/>
        </p:nvGrpSpPr>
        <p:grpSpPr>
          <a:xfrm rot="728014">
            <a:off x="-42125" y="3985701"/>
            <a:ext cx="1149947" cy="1149947"/>
            <a:chOff x="3141455" y="3990365"/>
            <a:chExt cx="1149900" cy="1149900"/>
          </a:xfrm>
        </p:grpSpPr>
        <p:sp>
          <p:nvSpPr>
            <p:cNvPr id="609" name="Google Shape;609;p45"/>
            <p:cNvSpPr/>
            <p:nvPr/>
          </p:nvSpPr>
          <p:spPr>
            <a:xfrm>
              <a:off x="3141455" y="3990365"/>
              <a:ext cx="1149900" cy="1149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45"/>
            <p:cNvSpPr/>
            <p:nvPr/>
          </p:nvSpPr>
          <p:spPr>
            <a:xfrm rot="500">
              <a:off x="3423845" y="4280138"/>
              <a:ext cx="615921" cy="616629"/>
            </a:xfrm>
            <a:custGeom>
              <a:avLst/>
              <a:gdLst/>
              <a:ahLst/>
              <a:cxnLst/>
              <a:rect l="l" t="t" r="r" b="b"/>
              <a:pathLst>
                <a:path w="17919" h="17937" extrusionOk="0">
                  <a:moveTo>
                    <a:pt x="10577" y="1749"/>
                  </a:moveTo>
                  <a:lnTo>
                    <a:pt x="10577" y="2798"/>
                  </a:lnTo>
                  <a:lnTo>
                    <a:pt x="9528" y="2798"/>
                  </a:lnTo>
                  <a:lnTo>
                    <a:pt x="9528" y="1749"/>
                  </a:lnTo>
                  <a:close/>
                  <a:moveTo>
                    <a:pt x="14073" y="1049"/>
                  </a:moveTo>
                  <a:lnTo>
                    <a:pt x="14073" y="2798"/>
                  </a:lnTo>
                  <a:lnTo>
                    <a:pt x="11625" y="2798"/>
                  </a:lnTo>
                  <a:lnTo>
                    <a:pt x="11625" y="1049"/>
                  </a:lnTo>
                  <a:close/>
                  <a:moveTo>
                    <a:pt x="16171" y="1749"/>
                  </a:moveTo>
                  <a:lnTo>
                    <a:pt x="16171" y="2798"/>
                  </a:lnTo>
                  <a:lnTo>
                    <a:pt x="15122" y="2798"/>
                  </a:lnTo>
                  <a:lnTo>
                    <a:pt x="15122" y="1749"/>
                  </a:lnTo>
                  <a:close/>
                  <a:moveTo>
                    <a:pt x="3724" y="3881"/>
                  </a:moveTo>
                  <a:cubicBezTo>
                    <a:pt x="4178" y="3881"/>
                    <a:pt x="4406" y="4458"/>
                    <a:pt x="4091" y="4790"/>
                  </a:cubicBezTo>
                  <a:cubicBezTo>
                    <a:pt x="3985" y="4890"/>
                    <a:pt x="3855" y="4936"/>
                    <a:pt x="3726" y="4936"/>
                  </a:cubicBezTo>
                  <a:cubicBezTo>
                    <a:pt x="3450" y="4936"/>
                    <a:pt x="3182" y="4728"/>
                    <a:pt x="3182" y="4406"/>
                  </a:cubicBezTo>
                  <a:cubicBezTo>
                    <a:pt x="3182" y="4126"/>
                    <a:pt x="3427" y="3881"/>
                    <a:pt x="3724" y="3881"/>
                  </a:cubicBezTo>
                  <a:close/>
                  <a:moveTo>
                    <a:pt x="14772" y="5962"/>
                  </a:moveTo>
                  <a:lnTo>
                    <a:pt x="14772" y="7011"/>
                  </a:lnTo>
                  <a:lnTo>
                    <a:pt x="10926" y="7011"/>
                  </a:lnTo>
                  <a:lnTo>
                    <a:pt x="10926" y="5962"/>
                  </a:lnTo>
                  <a:close/>
                  <a:moveTo>
                    <a:pt x="16870" y="3846"/>
                  </a:moveTo>
                  <a:lnTo>
                    <a:pt x="16870" y="7011"/>
                  </a:lnTo>
                  <a:lnTo>
                    <a:pt x="15821" y="7011"/>
                  </a:lnTo>
                  <a:lnTo>
                    <a:pt x="15821" y="5437"/>
                  </a:lnTo>
                  <a:cubicBezTo>
                    <a:pt x="15821" y="5140"/>
                    <a:pt x="15594" y="4913"/>
                    <a:pt x="15297" y="4913"/>
                  </a:cubicBezTo>
                  <a:lnTo>
                    <a:pt x="10402" y="4913"/>
                  </a:lnTo>
                  <a:cubicBezTo>
                    <a:pt x="10105" y="4913"/>
                    <a:pt x="9877" y="5140"/>
                    <a:pt x="9877" y="5437"/>
                  </a:cubicBezTo>
                  <a:lnTo>
                    <a:pt x="9877" y="7011"/>
                  </a:lnTo>
                  <a:lnTo>
                    <a:pt x="8828" y="7011"/>
                  </a:lnTo>
                  <a:lnTo>
                    <a:pt x="8828" y="3846"/>
                  </a:lnTo>
                  <a:close/>
                  <a:moveTo>
                    <a:pt x="7780" y="4930"/>
                  </a:moveTo>
                  <a:lnTo>
                    <a:pt x="7780" y="7517"/>
                  </a:lnTo>
                  <a:cubicBezTo>
                    <a:pt x="7780" y="7815"/>
                    <a:pt x="8007" y="8042"/>
                    <a:pt x="8304" y="8042"/>
                  </a:cubicBezTo>
                  <a:lnTo>
                    <a:pt x="12290" y="8042"/>
                  </a:lnTo>
                  <a:lnTo>
                    <a:pt x="12290" y="10979"/>
                  </a:lnTo>
                  <a:cubicBezTo>
                    <a:pt x="11835" y="11154"/>
                    <a:pt x="11486" y="11503"/>
                    <a:pt x="11328" y="11940"/>
                  </a:cubicBezTo>
                  <a:lnTo>
                    <a:pt x="8042" y="11940"/>
                  </a:lnTo>
                  <a:lnTo>
                    <a:pt x="8042" y="9703"/>
                  </a:lnTo>
                  <a:cubicBezTo>
                    <a:pt x="8042" y="9416"/>
                    <a:pt x="7830" y="9177"/>
                    <a:pt x="7547" y="9177"/>
                  </a:cubicBezTo>
                  <a:cubicBezTo>
                    <a:pt x="7537" y="9177"/>
                    <a:pt x="7527" y="9178"/>
                    <a:pt x="7517" y="9178"/>
                  </a:cubicBezTo>
                  <a:lnTo>
                    <a:pt x="4248" y="9178"/>
                  </a:lnTo>
                  <a:lnTo>
                    <a:pt x="4248" y="5892"/>
                  </a:lnTo>
                  <a:cubicBezTo>
                    <a:pt x="4685" y="5734"/>
                    <a:pt x="5035" y="5385"/>
                    <a:pt x="5210" y="4930"/>
                  </a:cubicBezTo>
                  <a:close/>
                  <a:moveTo>
                    <a:pt x="6993" y="10227"/>
                  </a:moveTo>
                  <a:lnTo>
                    <a:pt x="6993" y="12674"/>
                  </a:lnTo>
                  <a:lnTo>
                    <a:pt x="1049" y="12674"/>
                  </a:lnTo>
                  <a:lnTo>
                    <a:pt x="1049" y="10227"/>
                  </a:lnTo>
                  <a:close/>
                  <a:moveTo>
                    <a:pt x="12805" y="11940"/>
                  </a:moveTo>
                  <a:cubicBezTo>
                    <a:pt x="13077" y="11940"/>
                    <a:pt x="13339" y="12147"/>
                    <a:pt x="13339" y="12465"/>
                  </a:cubicBezTo>
                  <a:cubicBezTo>
                    <a:pt x="13339" y="12762"/>
                    <a:pt x="13094" y="12989"/>
                    <a:pt x="12814" y="12989"/>
                  </a:cubicBezTo>
                  <a:cubicBezTo>
                    <a:pt x="12342" y="12989"/>
                    <a:pt x="12097" y="12430"/>
                    <a:pt x="12430" y="12098"/>
                  </a:cubicBezTo>
                  <a:cubicBezTo>
                    <a:pt x="12538" y="11989"/>
                    <a:pt x="12673" y="11940"/>
                    <a:pt x="12805" y="11940"/>
                  </a:cubicBezTo>
                  <a:close/>
                  <a:moveTo>
                    <a:pt x="6993" y="13723"/>
                  </a:moveTo>
                  <a:lnTo>
                    <a:pt x="6993" y="14772"/>
                  </a:lnTo>
                  <a:lnTo>
                    <a:pt x="1049" y="14772"/>
                  </a:lnTo>
                  <a:lnTo>
                    <a:pt x="1049" y="13723"/>
                  </a:lnTo>
                  <a:close/>
                  <a:moveTo>
                    <a:pt x="4633" y="15839"/>
                  </a:moveTo>
                  <a:lnTo>
                    <a:pt x="4808" y="16887"/>
                  </a:lnTo>
                  <a:lnTo>
                    <a:pt x="3252" y="16887"/>
                  </a:lnTo>
                  <a:lnTo>
                    <a:pt x="3427" y="15839"/>
                  </a:lnTo>
                  <a:close/>
                  <a:moveTo>
                    <a:pt x="11101" y="1"/>
                  </a:moveTo>
                  <a:cubicBezTo>
                    <a:pt x="10804" y="1"/>
                    <a:pt x="10577" y="228"/>
                    <a:pt x="10577" y="525"/>
                  </a:cubicBezTo>
                  <a:lnTo>
                    <a:pt x="10577" y="700"/>
                  </a:lnTo>
                  <a:lnTo>
                    <a:pt x="9003" y="700"/>
                  </a:lnTo>
                  <a:cubicBezTo>
                    <a:pt x="8706" y="700"/>
                    <a:pt x="8479" y="927"/>
                    <a:pt x="8479" y="1224"/>
                  </a:cubicBezTo>
                  <a:lnTo>
                    <a:pt x="8479" y="2798"/>
                  </a:lnTo>
                  <a:lnTo>
                    <a:pt x="8304" y="2798"/>
                  </a:lnTo>
                  <a:cubicBezTo>
                    <a:pt x="8007" y="2798"/>
                    <a:pt x="7780" y="3042"/>
                    <a:pt x="7780" y="3322"/>
                  </a:cubicBezTo>
                  <a:lnTo>
                    <a:pt x="7780" y="3881"/>
                  </a:lnTo>
                  <a:lnTo>
                    <a:pt x="5192" y="3881"/>
                  </a:lnTo>
                  <a:cubicBezTo>
                    <a:pt x="4954" y="3211"/>
                    <a:pt x="4329" y="2828"/>
                    <a:pt x="3691" y="2828"/>
                  </a:cubicBezTo>
                  <a:cubicBezTo>
                    <a:pt x="3298" y="2828"/>
                    <a:pt x="2901" y="2974"/>
                    <a:pt x="2588" y="3287"/>
                  </a:cubicBezTo>
                  <a:cubicBezTo>
                    <a:pt x="1766" y="4109"/>
                    <a:pt x="2098" y="5507"/>
                    <a:pt x="3182" y="5892"/>
                  </a:cubicBezTo>
                  <a:lnTo>
                    <a:pt x="3182" y="9178"/>
                  </a:lnTo>
                  <a:lnTo>
                    <a:pt x="525" y="9178"/>
                  </a:lnTo>
                  <a:cubicBezTo>
                    <a:pt x="228" y="9178"/>
                    <a:pt x="0" y="9405"/>
                    <a:pt x="0" y="9703"/>
                  </a:cubicBezTo>
                  <a:lnTo>
                    <a:pt x="0" y="15297"/>
                  </a:lnTo>
                  <a:cubicBezTo>
                    <a:pt x="0" y="15594"/>
                    <a:pt x="228" y="15821"/>
                    <a:pt x="525" y="15821"/>
                  </a:cubicBezTo>
                  <a:lnTo>
                    <a:pt x="2360" y="15821"/>
                  </a:lnTo>
                  <a:lnTo>
                    <a:pt x="2186" y="16887"/>
                  </a:lnTo>
                  <a:lnTo>
                    <a:pt x="1923" y="16887"/>
                  </a:lnTo>
                  <a:cubicBezTo>
                    <a:pt x="1277" y="16922"/>
                    <a:pt x="1277" y="17884"/>
                    <a:pt x="1923" y="17936"/>
                  </a:cubicBezTo>
                  <a:lnTo>
                    <a:pt x="6119" y="17936"/>
                  </a:lnTo>
                  <a:cubicBezTo>
                    <a:pt x="6783" y="17884"/>
                    <a:pt x="6783" y="16922"/>
                    <a:pt x="6119" y="16887"/>
                  </a:cubicBezTo>
                  <a:lnTo>
                    <a:pt x="5857" y="16887"/>
                  </a:lnTo>
                  <a:lnTo>
                    <a:pt x="5682" y="15839"/>
                  </a:lnTo>
                  <a:lnTo>
                    <a:pt x="7517" y="15839"/>
                  </a:lnTo>
                  <a:cubicBezTo>
                    <a:pt x="7815" y="15839"/>
                    <a:pt x="8042" y="15594"/>
                    <a:pt x="8042" y="15314"/>
                  </a:cubicBezTo>
                  <a:lnTo>
                    <a:pt x="8042" y="12989"/>
                  </a:lnTo>
                  <a:lnTo>
                    <a:pt x="11328" y="12989"/>
                  </a:lnTo>
                  <a:cubicBezTo>
                    <a:pt x="11566" y="13660"/>
                    <a:pt x="12185" y="14042"/>
                    <a:pt x="12818" y="14042"/>
                  </a:cubicBezTo>
                  <a:cubicBezTo>
                    <a:pt x="13207" y="14042"/>
                    <a:pt x="13602" y="13897"/>
                    <a:pt x="13916" y="13583"/>
                  </a:cubicBezTo>
                  <a:cubicBezTo>
                    <a:pt x="14737" y="12762"/>
                    <a:pt x="14423" y="11363"/>
                    <a:pt x="13339" y="10979"/>
                  </a:cubicBezTo>
                  <a:lnTo>
                    <a:pt x="13339" y="8042"/>
                  </a:lnTo>
                  <a:lnTo>
                    <a:pt x="17394" y="8042"/>
                  </a:lnTo>
                  <a:cubicBezTo>
                    <a:pt x="17692" y="8042"/>
                    <a:pt x="17919" y="7815"/>
                    <a:pt x="17919" y="7517"/>
                  </a:cubicBezTo>
                  <a:lnTo>
                    <a:pt x="17919" y="3339"/>
                  </a:lnTo>
                  <a:cubicBezTo>
                    <a:pt x="17919" y="3042"/>
                    <a:pt x="17692" y="2815"/>
                    <a:pt x="17394" y="2815"/>
                  </a:cubicBezTo>
                  <a:lnTo>
                    <a:pt x="17394" y="2798"/>
                  </a:lnTo>
                  <a:lnTo>
                    <a:pt x="17220" y="2798"/>
                  </a:lnTo>
                  <a:lnTo>
                    <a:pt x="17220" y="1224"/>
                  </a:lnTo>
                  <a:cubicBezTo>
                    <a:pt x="17220" y="927"/>
                    <a:pt x="16975" y="700"/>
                    <a:pt x="16695" y="700"/>
                  </a:cubicBezTo>
                  <a:lnTo>
                    <a:pt x="15122" y="700"/>
                  </a:lnTo>
                  <a:lnTo>
                    <a:pt x="15122" y="525"/>
                  </a:lnTo>
                  <a:cubicBezTo>
                    <a:pt x="15122" y="228"/>
                    <a:pt x="14877" y="1"/>
                    <a:pt x="1459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1" name="Google Shape;611;p45"/>
          <p:cNvSpPr txBox="1">
            <a:spLocks noGrp="1"/>
          </p:cNvSpPr>
          <p:nvPr>
            <p:ph type="subTitle" idx="4294967295"/>
          </p:nvPr>
        </p:nvSpPr>
        <p:spPr>
          <a:xfrm rot="540331">
            <a:off x="-71934" y="4694325"/>
            <a:ext cx="1385681" cy="417652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accent2"/>
                </a:solidFill>
                <a:latin typeface="Jost SemiBold"/>
                <a:ea typeface="Jost SemiBold"/>
                <a:cs typeface="Jost SemiBold"/>
                <a:sym typeface="Jost SemiBold"/>
              </a:rPr>
              <a:t>2022</a:t>
            </a:r>
            <a:endParaRPr sz="1900">
              <a:solidFill>
                <a:schemeClr val="accent2"/>
              </a:solidFill>
              <a:latin typeface="Jost SemiBold"/>
              <a:ea typeface="Jost SemiBold"/>
              <a:cs typeface="Jost SemiBold"/>
              <a:sym typeface="Jost SemiBold"/>
            </a:endParaRPr>
          </a:p>
        </p:txBody>
      </p:sp>
      <p:cxnSp>
        <p:nvCxnSpPr>
          <p:cNvPr id="612" name="Google Shape;612;p45"/>
          <p:cNvCxnSpPr>
            <a:endCxn id="604" idx="2"/>
          </p:cNvCxnSpPr>
          <p:nvPr/>
        </p:nvCxnSpPr>
        <p:spPr>
          <a:xfrm>
            <a:off x="5159829" y="2730025"/>
            <a:ext cx="956075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3" name="Google Shape;613;p45"/>
          <p:cNvCxnSpPr>
            <a:endCxn id="607" idx="2"/>
          </p:cNvCxnSpPr>
          <p:nvPr/>
        </p:nvCxnSpPr>
        <p:spPr>
          <a:xfrm>
            <a:off x="7848600" y="2730025"/>
            <a:ext cx="581275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14" name="Google Shape;614;p45"/>
          <p:cNvGrpSpPr/>
          <p:nvPr/>
        </p:nvGrpSpPr>
        <p:grpSpPr>
          <a:xfrm rot="-888786">
            <a:off x="8048614" y="3865699"/>
            <a:ext cx="1149913" cy="1149913"/>
            <a:chOff x="7122937" y="3988512"/>
            <a:chExt cx="843600" cy="843600"/>
          </a:xfrm>
        </p:grpSpPr>
        <p:sp>
          <p:nvSpPr>
            <p:cNvPr id="615" name="Google Shape;615;p45"/>
            <p:cNvSpPr/>
            <p:nvPr/>
          </p:nvSpPr>
          <p:spPr>
            <a:xfrm>
              <a:off x="7122937" y="3988512"/>
              <a:ext cx="843600" cy="8436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16" name="Google Shape;616;p45"/>
            <p:cNvGrpSpPr/>
            <p:nvPr/>
          </p:nvGrpSpPr>
          <p:grpSpPr>
            <a:xfrm>
              <a:off x="7306950" y="4185813"/>
              <a:ext cx="475500" cy="448975"/>
              <a:chOff x="6192988" y="1236625"/>
              <a:chExt cx="475500" cy="448975"/>
            </a:xfrm>
          </p:grpSpPr>
          <p:sp>
            <p:nvSpPr>
              <p:cNvPr id="617" name="Google Shape;617;p45"/>
              <p:cNvSpPr/>
              <p:nvPr/>
            </p:nvSpPr>
            <p:spPr>
              <a:xfrm>
                <a:off x="6192988" y="1236625"/>
                <a:ext cx="475500" cy="448975"/>
              </a:xfrm>
              <a:custGeom>
                <a:avLst/>
                <a:gdLst/>
                <a:ahLst/>
                <a:cxnLst/>
                <a:rect l="l" t="t" r="r" b="b"/>
                <a:pathLst>
                  <a:path w="19020" h="17959" extrusionOk="0">
                    <a:moveTo>
                      <a:pt x="6953" y="1055"/>
                    </a:moveTo>
                    <a:cubicBezTo>
                      <a:pt x="7906" y="1055"/>
                      <a:pt x="8871" y="1462"/>
                      <a:pt x="9562" y="2374"/>
                    </a:cubicBezTo>
                    <a:cubicBezTo>
                      <a:pt x="9493" y="2444"/>
                      <a:pt x="9405" y="2514"/>
                      <a:pt x="9335" y="2584"/>
                    </a:cubicBezTo>
                    <a:cubicBezTo>
                      <a:pt x="8944" y="2961"/>
                      <a:pt x="9302" y="3494"/>
                      <a:pt x="9718" y="3494"/>
                    </a:cubicBezTo>
                    <a:cubicBezTo>
                      <a:pt x="9842" y="3494"/>
                      <a:pt x="9971" y="3447"/>
                      <a:pt x="10087" y="3335"/>
                    </a:cubicBezTo>
                    <a:cubicBezTo>
                      <a:pt x="10227" y="3196"/>
                      <a:pt x="10402" y="3056"/>
                      <a:pt x="10576" y="2933"/>
                    </a:cubicBezTo>
                    <a:cubicBezTo>
                      <a:pt x="11088" y="2603"/>
                      <a:pt x="11641" y="2453"/>
                      <a:pt x="12180" y="2453"/>
                    </a:cubicBezTo>
                    <a:cubicBezTo>
                      <a:pt x="13725" y="2453"/>
                      <a:pt x="15156" y="3684"/>
                      <a:pt x="15156" y="5433"/>
                    </a:cubicBezTo>
                    <a:cubicBezTo>
                      <a:pt x="15156" y="5643"/>
                      <a:pt x="15139" y="5835"/>
                      <a:pt x="15104" y="6045"/>
                    </a:cubicBezTo>
                    <a:cubicBezTo>
                      <a:pt x="15039" y="6369"/>
                      <a:pt x="15289" y="6663"/>
                      <a:pt x="15618" y="6663"/>
                    </a:cubicBezTo>
                    <a:cubicBezTo>
                      <a:pt x="15645" y="6663"/>
                      <a:pt x="15671" y="6661"/>
                      <a:pt x="15698" y="6657"/>
                    </a:cubicBezTo>
                    <a:cubicBezTo>
                      <a:pt x="16905" y="6657"/>
                      <a:pt x="17919" y="7636"/>
                      <a:pt x="17953" y="8860"/>
                    </a:cubicBezTo>
                    <a:cubicBezTo>
                      <a:pt x="18006" y="10066"/>
                      <a:pt x="17079" y="11115"/>
                      <a:pt x="15856" y="11202"/>
                    </a:cubicBezTo>
                    <a:lnTo>
                      <a:pt x="15856" y="11062"/>
                    </a:lnTo>
                    <a:cubicBezTo>
                      <a:pt x="15856" y="9471"/>
                      <a:pt x="14567" y="8475"/>
                      <a:pt x="13251" y="8475"/>
                    </a:cubicBezTo>
                    <a:cubicBezTo>
                      <a:pt x="12499" y="8475"/>
                      <a:pt x="11739" y="8799"/>
                      <a:pt x="11206" y="9524"/>
                    </a:cubicBezTo>
                    <a:lnTo>
                      <a:pt x="8951" y="9524"/>
                    </a:lnTo>
                    <a:cubicBezTo>
                      <a:pt x="8417" y="8799"/>
                      <a:pt x="7657" y="8475"/>
                      <a:pt x="6906" y="8475"/>
                    </a:cubicBezTo>
                    <a:cubicBezTo>
                      <a:pt x="5590" y="8475"/>
                      <a:pt x="4301" y="9471"/>
                      <a:pt x="4301" y="11062"/>
                    </a:cubicBezTo>
                    <a:lnTo>
                      <a:pt x="4301" y="11167"/>
                    </a:lnTo>
                    <a:cubicBezTo>
                      <a:pt x="2133" y="10730"/>
                      <a:pt x="1451" y="7985"/>
                      <a:pt x="3147" y="6569"/>
                    </a:cubicBezTo>
                    <a:lnTo>
                      <a:pt x="3147" y="6569"/>
                    </a:lnTo>
                    <a:cubicBezTo>
                      <a:pt x="3339" y="6902"/>
                      <a:pt x="3566" y="7199"/>
                      <a:pt x="3829" y="7478"/>
                    </a:cubicBezTo>
                    <a:cubicBezTo>
                      <a:pt x="3946" y="7592"/>
                      <a:pt x="4076" y="7640"/>
                      <a:pt x="4200" y="7640"/>
                    </a:cubicBezTo>
                    <a:cubicBezTo>
                      <a:pt x="4610" y="7640"/>
                      <a:pt x="4956" y="7116"/>
                      <a:pt x="4580" y="6727"/>
                    </a:cubicBezTo>
                    <a:cubicBezTo>
                      <a:pt x="4266" y="6412"/>
                      <a:pt x="4003" y="6028"/>
                      <a:pt x="3846" y="5608"/>
                    </a:cubicBezTo>
                    <a:cubicBezTo>
                      <a:pt x="3689" y="5206"/>
                      <a:pt x="3601" y="4804"/>
                      <a:pt x="3601" y="4384"/>
                    </a:cubicBezTo>
                    <a:cubicBezTo>
                      <a:pt x="3601" y="2347"/>
                      <a:pt x="5257" y="1055"/>
                      <a:pt x="6953" y="1055"/>
                    </a:cubicBezTo>
                    <a:close/>
                    <a:moveTo>
                      <a:pt x="13252" y="9535"/>
                    </a:moveTo>
                    <a:cubicBezTo>
                      <a:pt x="14030" y="9535"/>
                      <a:pt x="14796" y="10120"/>
                      <a:pt x="14807" y="11062"/>
                    </a:cubicBezTo>
                    <a:lnTo>
                      <a:pt x="14807" y="16307"/>
                    </a:lnTo>
                    <a:cubicBezTo>
                      <a:pt x="14807" y="16675"/>
                      <a:pt x="14515" y="16898"/>
                      <a:pt x="14217" y="16898"/>
                    </a:cubicBezTo>
                    <a:cubicBezTo>
                      <a:pt x="14022" y="16898"/>
                      <a:pt x="13824" y="16801"/>
                      <a:pt x="13706" y="16586"/>
                    </a:cubicBezTo>
                    <a:lnTo>
                      <a:pt x="12622" y="14698"/>
                    </a:lnTo>
                    <a:cubicBezTo>
                      <a:pt x="12534" y="14541"/>
                      <a:pt x="12359" y="14436"/>
                      <a:pt x="12167" y="14436"/>
                    </a:cubicBezTo>
                    <a:lnTo>
                      <a:pt x="7972" y="14436"/>
                    </a:lnTo>
                    <a:cubicBezTo>
                      <a:pt x="7797" y="14436"/>
                      <a:pt x="7622" y="14541"/>
                      <a:pt x="7517" y="14698"/>
                    </a:cubicBezTo>
                    <a:lnTo>
                      <a:pt x="6433" y="16586"/>
                    </a:lnTo>
                    <a:cubicBezTo>
                      <a:pt x="6322" y="16801"/>
                      <a:pt x="6126" y="16898"/>
                      <a:pt x="5930" y="16898"/>
                    </a:cubicBezTo>
                    <a:cubicBezTo>
                      <a:pt x="5633" y="16898"/>
                      <a:pt x="5339" y="16675"/>
                      <a:pt x="5349" y="16307"/>
                    </a:cubicBezTo>
                    <a:lnTo>
                      <a:pt x="5349" y="11062"/>
                    </a:lnTo>
                    <a:cubicBezTo>
                      <a:pt x="5349" y="10120"/>
                      <a:pt x="6119" y="9535"/>
                      <a:pt x="6899" y="9535"/>
                    </a:cubicBezTo>
                    <a:cubicBezTo>
                      <a:pt x="7364" y="9535"/>
                      <a:pt x="7833" y="9742"/>
                      <a:pt x="8146" y="10206"/>
                    </a:cubicBezTo>
                    <a:lnTo>
                      <a:pt x="8234" y="10345"/>
                    </a:lnTo>
                    <a:cubicBezTo>
                      <a:pt x="8339" y="10485"/>
                      <a:pt x="8496" y="10573"/>
                      <a:pt x="8671" y="10573"/>
                    </a:cubicBezTo>
                    <a:lnTo>
                      <a:pt x="11468" y="10573"/>
                    </a:lnTo>
                    <a:cubicBezTo>
                      <a:pt x="11660" y="10573"/>
                      <a:pt x="11818" y="10485"/>
                      <a:pt x="11905" y="10345"/>
                    </a:cubicBezTo>
                    <a:lnTo>
                      <a:pt x="12010" y="10206"/>
                    </a:lnTo>
                    <a:cubicBezTo>
                      <a:pt x="12323" y="9742"/>
                      <a:pt x="12790" y="9535"/>
                      <a:pt x="13252" y="9535"/>
                    </a:cubicBezTo>
                    <a:close/>
                    <a:moveTo>
                      <a:pt x="6970" y="1"/>
                    </a:moveTo>
                    <a:cubicBezTo>
                      <a:pt x="4737" y="1"/>
                      <a:pt x="2552" y="1694"/>
                      <a:pt x="2552" y="4384"/>
                    </a:cubicBezTo>
                    <a:cubicBezTo>
                      <a:pt x="2552" y="4786"/>
                      <a:pt x="2605" y="5188"/>
                      <a:pt x="2727" y="5573"/>
                    </a:cubicBezTo>
                    <a:cubicBezTo>
                      <a:pt x="0" y="7478"/>
                      <a:pt x="1014" y="11744"/>
                      <a:pt x="4301" y="12216"/>
                    </a:cubicBezTo>
                    <a:lnTo>
                      <a:pt x="4301" y="16307"/>
                    </a:lnTo>
                    <a:cubicBezTo>
                      <a:pt x="4290" y="17335"/>
                      <a:pt x="5115" y="17958"/>
                      <a:pt x="5949" y="17958"/>
                    </a:cubicBezTo>
                    <a:cubicBezTo>
                      <a:pt x="6491" y="17958"/>
                      <a:pt x="7036" y="17696"/>
                      <a:pt x="7360" y="17111"/>
                    </a:cubicBezTo>
                    <a:lnTo>
                      <a:pt x="8286" y="15485"/>
                    </a:lnTo>
                    <a:lnTo>
                      <a:pt x="11887" y="15485"/>
                    </a:lnTo>
                    <a:lnTo>
                      <a:pt x="12814" y="17111"/>
                    </a:lnTo>
                    <a:cubicBezTo>
                      <a:pt x="13137" y="17696"/>
                      <a:pt x="13683" y="17958"/>
                      <a:pt x="14224" y="17958"/>
                    </a:cubicBezTo>
                    <a:cubicBezTo>
                      <a:pt x="15059" y="17958"/>
                      <a:pt x="15884" y="17335"/>
                      <a:pt x="15873" y="16307"/>
                    </a:cubicBezTo>
                    <a:lnTo>
                      <a:pt x="15873" y="12251"/>
                    </a:lnTo>
                    <a:cubicBezTo>
                      <a:pt x="17639" y="12163"/>
                      <a:pt x="19020" y="10695"/>
                      <a:pt x="19020" y="8929"/>
                    </a:cubicBezTo>
                    <a:lnTo>
                      <a:pt x="19020" y="8929"/>
                    </a:lnTo>
                    <a:lnTo>
                      <a:pt x="19002" y="8947"/>
                    </a:lnTo>
                    <a:cubicBezTo>
                      <a:pt x="19002" y="7304"/>
                      <a:pt x="17814" y="5923"/>
                      <a:pt x="16188" y="5660"/>
                    </a:cubicBezTo>
                    <a:lnTo>
                      <a:pt x="16188" y="5451"/>
                    </a:lnTo>
                    <a:cubicBezTo>
                      <a:pt x="16188" y="3120"/>
                      <a:pt x="14284" y="1409"/>
                      <a:pt x="12166" y="1409"/>
                    </a:cubicBezTo>
                    <a:cubicBezTo>
                      <a:pt x="11600" y="1409"/>
                      <a:pt x="11018" y="1531"/>
                      <a:pt x="10454" y="1797"/>
                    </a:cubicBezTo>
                    <a:cubicBezTo>
                      <a:pt x="9544" y="556"/>
                      <a:pt x="8249" y="1"/>
                      <a:pt x="69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Google Shape;618;p45"/>
              <p:cNvSpPr/>
              <p:nvPr/>
            </p:nvSpPr>
            <p:spPr>
              <a:xfrm>
                <a:off x="6472238" y="1510100"/>
                <a:ext cx="76500" cy="69950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2798" extrusionOk="0">
                    <a:moveTo>
                      <a:pt x="1522" y="1"/>
                    </a:moveTo>
                    <a:cubicBezTo>
                      <a:pt x="1259" y="1"/>
                      <a:pt x="997" y="176"/>
                      <a:pt x="997" y="525"/>
                    </a:cubicBezTo>
                    <a:lnTo>
                      <a:pt x="997" y="875"/>
                    </a:lnTo>
                    <a:lnTo>
                      <a:pt x="665" y="875"/>
                    </a:lnTo>
                    <a:cubicBezTo>
                      <a:pt x="1" y="910"/>
                      <a:pt x="1" y="1889"/>
                      <a:pt x="665" y="1924"/>
                    </a:cubicBezTo>
                    <a:lnTo>
                      <a:pt x="1015" y="1924"/>
                    </a:lnTo>
                    <a:lnTo>
                      <a:pt x="1015" y="2273"/>
                    </a:lnTo>
                    <a:cubicBezTo>
                      <a:pt x="1015" y="2623"/>
                      <a:pt x="1277" y="2798"/>
                      <a:pt x="1539" y="2798"/>
                    </a:cubicBezTo>
                    <a:cubicBezTo>
                      <a:pt x="1801" y="2798"/>
                      <a:pt x="2064" y="2623"/>
                      <a:pt x="2064" y="2273"/>
                    </a:cubicBezTo>
                    <a:lnTo>
                      <a:pt x="2064" y="1924"/>
                    </a:lnTo>
                    <a:lnTo>
                      <a:pt x="2413" y="1924"/>
                    </a:lnTo>
                    <a:cubicBezTo>
                      <a:pt x="3060" y="1889"/>
                      <a:pt x="3060" y="910"/>
                      <a:pt x="2413" y="875"/>
                    </a:cubicBezTo>
                    <a:lnTo>
                      <a:pt x="2046" y="875"/>
                    </a:lnTo>
                    <a:lnTo>
                      <a:pt x="2046" y="525"/>
                    </a:lnTo>
                    <a:cubicBezTo>
                      <a:pt x="2046" y="176"/>
                      <a:pt x="1784" y="1"/>
                      <a:pt x="152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Google Shape;619;p45"/>
              <p:cNvSpPr/>
              <p:nvPr/>
            </p:nvSpPr>
            <p:spPr>
              <a:xfrm>
                <a:off x="6341138" y="1510100"/>
                <a:ext cx="76500" cy="69950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2798" extrusionOk="0">
                    <a:moveTo>
                      <a:pt x="1526" y="1"/>
                    </a:moveTo>
                    <a:cubicBezTo>
                      <a:pt x="1263" y="1"/>
                      <a:pt x="1006" y="176"/>
                      <a:pt x="1014" y="525"/>
                    </a:cubicBezTo>
                    <a:lnTo>
                      <a:pt x="1014" y="875"/>
                    </a:lnTo>
                    <a:lnTo>
                      <a:pt x="665" y="875"/>
                    </a:lnTo>
                    <a:cubicBezTo>
                      <a:pt x="0" y="910"/>
                      <a:pt x="0" y="1889"/>
                      <a:pt x="665" y="1924"/>
                    </a:cubicBezTo>
                    <a:lnTo>
                      <a:pt x="1014" y="1924"/>
                    </a:lnTo>
                    <a:lnTo>
                      <a:pt x="1014" y="2273"/>
                    </a:lnTo>
                    <a:cubicBezTo>
                      <a:pt x="1014" y="2623"/>
                      <a:pt x="1276" y="2798"/>
                      <a:pt x="1539" y="2798"/>
                    </a:cubicBezTo>
                    <a:cubicBezTo>
                      <a:pt x="1801" y="2798"/>
                      <a:pt x="2063" y="2623"/>
                      <a:pt x="2063" y="2273"/>
                    </a:cubicBezTo>
                    <a:lnTo>
                      <a:pt x="2063" y="1924"/>
                    </a:lnTo>
                    <a:lnTo>
                      <a:pt x="2413" y="1924"/>
                    </a:lnTo>
                    <a:cubicBezTo>
                      <a:pt x="3060" y="1889"/>
                      <a:pt x="3060" y="910"/>
                      <a:pt x="2413" y="875"/>
                    </a:cubicBezTo>
                    <a:lnTo>
                      <a:pt x="2063" y="875"/>
                    </a:lnTo>
                    <a:lnTo>
                      <a:pt x="2063" y="525"/>
                    </a:lnTo>
                    <a:cubicBezTo>
                      <a:pt x="2054" y="176"/>
                      <a:pt x="1788" y="1"/>
                      <a:pt x="15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Google Shape;620;p45"/>
              <p:cNvSpPr/>
              <p:nvPr/>
            </p:nvSpPr>
            <p:spPr>
              <a:xfrm>
                <a:off x="6429863" y="1548575"/>
                <a:ext cx="26675" cy="22550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902" extrusionOk="0">
                    <a:moveTo>
                      <a:pt x="612" y="0"/>
                    </a:moveTo>
                    <a:cubicBezTo>
                      <a:pt x="192" y="0"/>
                      <a:pt x="0" y="472"/>
                      <a:pt x="280" y="769"/>
                    </a:cubicBezTo>
                    <a:cubicBezTo>
                      <a:pt x="371" y="860"/>
                      <a:pt x="484" y="901"/>
                      <a:pt x="596" y="901"/>
                    </a:cubicBezTo>
                    <a:cubicBezTo>
                      <a:pt x="828" y="901"/>
                      <a:pt x="1055" y="726"/>
                      <a:pt x="1066" y="455"/>
                    </a:cubicBezTo>
                    <a:cubicBezTo>
                      <a:pt x="1066" y="192"/>
                      <a:pt x="857" y="0"/>
                      <a:pt x="61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621" name="Google Shape;621;p45"/>
          <p:cNvCxnSpPr/>
          <p:nvPr/>
        </p:nvCxnSpPr>
        <p:spPr>
          <a:xfrm>
            <a:off x="1392225" y="1033750"/>
            <a:ext cx="63594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9" name="Google Shape;589;p45"/>
          <p:cNvSpPr txBox="1"/>
          <p:nvPr/>
        </p:nvSpPr>
        <p:spPr>
          <a:xfrm>
            <a:off x="865275" y="2567190"/>
            <a:ext cx="1431611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2000" b="1" dirty="0"/>
              <a:t>Amazon S3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accent1"/>
              </a:solidFill>
              <a:latin typeface="Jost SemiBold"/>
              <a:ea typeface="Jost SemiBold"/>
              <a:cs typeface="Jost SemiBold"/>
              <a:sym typeface="Jost SemiBold"/>
            </a:endParaRPr>
          </a:p>
        </p:txBody>
      </p:sp>
      <p:sp>
        <p:nvSpPr>
          <p:cNvPr id="48" name="Google Shape;597;p45"/>
          <p:cNvSpPr txBox="1"/>
          <p:nvPr/>
        </p:nvSpPr>
        <p:spPr>
          <a:xfrm>
            <a:off x="6250000" y="2564617"/>
            <a:ext cx="1501625" cy="3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 dirty="0" smtClean="0">
                <a:solidFill>
                  <a:schemeClr val="accent1"/>
                </a:solidFill>
                <a:latin typeface="Jost SemiBold"/>
                <a:ea typeface="Jost SemiBold"/>
                <a:cs typeface="Jost SemiBold"/>
                <a:sym typeface="Jost SemiBold"/>
              </a:rPr>
              <a:t>Amazon IAM</a:t>
            </a:r>
            <a:endParaRPr sz="2000" dirty="0">
              <a:solidFill>
                <a:schemeClr val="accent1"/>
              </a:solidFill>
              <a:latin typeface="Jost SemiBold"/>
              <a:ea typeface="Jost SemiBold"/>
              <a:cs typeface="Jost SemiBold"/>
              <a:sym typeface="Jost SemiBold"/>
            </a:endParaRPr>
          </a:p>
        </p:txBody>
      </p:sp>
      <p:sp>
        <p:nvSpPr>
          <p:cNvPr id="50" name="Google Shape;588;p45"/>
          <p:cNvSpPr txBox="1"/>
          <p:nvPr/>
        </p:nvSpPr>
        <p:spPr>
          <a:xfrm>
            <a:off x="3580295" y="1671750"/>
            <a:ext cx="2519836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>
                <a:latin typeface="Jost" panose="020B0604020202020204" charset="0"/>
                <a:ea typeface="Jost" panose="020B0604020202020204" charset="0"/>
              </a:rPr>
              <a:t>Scope</a:t>
            </a:r>
            <a:r>
              <a:rPr lang="en-US" dirty="0">
                <a:latin typeface="Jost" panose="020B0604020202020204" charset="0"/>
                <a:ea typeface="Jost" panose="020B0604020202020204" charset="0"/>
              </a:rPr>
              <a:t>: Distributes event messages from S3 to multiple endpoints such as email, Lambda, or mobile notifications.</a:t>
            </a:r>
          </a:p>
        </p:txBody>
      </p:sp>
      <p:sp>
        <p:nvSpPr>
          <p:cNvPr id="51" name="Google Shape;588;p45"/>
          <p:cNvSpPr txBox="1"/>
          <p:nvPr/>
        </p:nvSpPr>
        <p:spPr>
          <a:xfrm>
            <a:off x="3590053" y="2977690"/>
            <a:ext cx="2519836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/>
              <a:t>Use Case</a:t>
            </a:r>
            <a:r>
              <a:rPr lang="en-US" dirty="0"/>
              <a:t>: Sends real-time notifications to all subscribers upon receiving the file upload event from S3.</a:t>
            </a:r>
          </a:p>
        </p:txBody>
      </p:sp>
      <p:sp>
        <p:nvSpPr>
          <p:cNvPr id="52" name="Google Shape;588;p45"/>
          <p:cNvSpPr txBox="1"/>
          <p:nvPr/>
        </p:nvSpPr>
        <p:spPr>
          <a:xfrm>
            <a:off x="6280305" y="1693944"/>
            <a:ext cx="2519836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>
                <a:latin typeface="Jost" panose="020B0604020202020204" charset="0"/>
                <a:ea typeface="Jost" panose="020B0604020202020204" charset="0"/>
              </a:rPr>
              <a:t>Scope</a:t>
            </a:r>
            <a:r>
              <a:rPr lang="en-US" dirty="0">
                <a:latin typeface="Jost" panose="020B0604020202020204" charset="0"/>
                <a:ea typeface="Jost" panose="020B0604020202020204" charset="0"/>
              </a:rPr>
              <a:t>: Defines and enforces permission rules that enable secure interaction between S3 and SNS.</a:t>
            </a:r>
          </a:p>
        </p:txBody>
      </p:sp>
      <p:sp>
        <p:nvSpPr>
          <p:cNvPr id="53" name="Google Shape;588;p45"/>
          <p:cNvSpPr txBox="1"/>
          <p:nvPr/>
        </p:nvSpPr>
        <p:spPr>
          <a:xfrm>
            <a:off x="6290063" y="2977690"/>
            <a:ext cx="2519836" cy="51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b="1" dirty="0">
                <a:latin typeface="Jost" panose="020B0604020202020204" charset="0"/>
                <a:ea typeface="Jost" panose="020B0604020202020204" charset="0"/>
              </a:rPr>
              <a:t>Use Case</a:t>
            </a:r>
            <a:r>
              <a:rPr lang="en-US" dirty="0">
                <a:latin typeface="Jost" panose="020B0604020202020204" charset="0"/>
                <a:ea typeface="Jost" panose="020B0604020202020204" charset="0"/>
              </a:rPr>
              <a:t>: Grants the correct level of access to S3 so it can push notifications to the designated SNS topic.</a:t>
            </a:r>
          </a:p>
        </p:txBody>
      </p:sp>
      <p:pic>
        <p:nvPicPr>
          <p:cNvPr id="54" name="Picture 2" descr="RV TechLear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730" y="119664"/>
            <a:ext cx="913681" cy="91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31"/>
          <p:cNvGrpSpPr/>
          <p:nvPr/>
        </p:nvGrpSpPr>
        <p:grpSpPr>
          <a:xfrm rot="-671180">
            <a:off x="7072539" y="3995263"/>
            <a:ext cx="1149898" cy="1149898"/>
            <a:chOff x="8293697" y="1996790"/>
            <a:chExt cx="1149900" cy="1149900"/>
          </a:xfrm>
        </p:grpSpPr>
        <p:sp>
          <p:nvSpPr>
            <p:cNvPr id="271" name="Google Shape;271;p31"/>
            <p:cNvSpPr/>
            <p:nvPr/>
          </p:nvSpPr>
          <p:spPr>
            <a:xfrm>
              <a:off x="8293697" y="1996790"/>
              <a:ext cx="1149900" cy="1149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2" name="Google Shape;272;p31"/>
            <p:cNvGrpSpPr/>
            <p:nvPr/>
          </p:nvGrpSpPr>
          <p:grpSpPr>
            <a:xfrm>
              <a:off x="8545723" y="2266160"/>
              <a:ext cx="646109" cy="611145"/>
              <a:chOff x="6192988" y="1236625"/>
              <a:chExt cx="475500" cy="448975"/>
            </a:xfrm>
          </p:grpSpPr>
          <p:sp>
            <p:nvSpPr>
              <p:cNvPr id="273" name="Google Shape;273;p31"/>
              <p:cNvSpPr/>
              <p:nvPr/>
            </p:nvSpPr>
            <p:spPr>
              <a:xfrm>
                <a:off x="6192988" y="1236625"/>
                <a:ext cx="475500" cy="448975"/>
              </a:xfrm>
              <a:custGeom>
                <a:avLst/>
                <a:gdLst/>
                <a:ahLst/>
                <a:cxnLst/>
                <a:rect l="l" t="t" r="r" b="b"/>
                <a:pathLst>
                  <a:path w="19020" h="17959" extrusionOk="0">
                    <a:moveTo>
                      <a:pt x="6953" y="1055"/>
                    </a:moveTo>
                    <a:cubicBezTo>
                      <a:pt x="7906" y="1055"/>
                      <a:pt x="8871" y="1462"/>
                      <a:pt x="9562" y="2374"/>
                    </a:cubicBezTo>
                    <a:cubicBezTo>
                      <a:pt x="9493" y="2444"/>
                      <a:pt x="9405" y="2514"/>
                      <a:pt x="9335" y="2584"/>
                    </a:cubicBezTo>
                    <a:cubicBezTo>
                      <a:pt x="8944" y="2961"/>
                      <a:pt x="9302" y="3494"/>
                      <a:pt x="9718" y="3494"/>
                    </a:cubicBezTo>
                    <a:cubicBezTo>
                      <a:pt x="9842" y="3494"/>
                      <a:pt x="9971" y="3447"/>
                      <a:pt x="10087" y="3335"/>
                    </a:cubicBezTo>
                    <a:cubicBezTo>
                      <a:pt x="10227" y="3196"/>
                      <a:pt x="10402" y="3056"/>
                      <a:pt x="10576" y="2933"/>
                    </a:cubicBezTo>
                    <a:cubicBezTo>
                      <a:pt x="11088" y="2603"/>
                      <a:pt x="11641" y="2453"/>
                      <a:pt x="12180" y="2453"/>
                    </a:cubicBezTo>
                    <a:cubicBezTo>
                      <a:pt x="13725" y="2453"/>
                      <a:pt x="15156" y="3684"/>
                      <a:pt x="15156" y="5433"/>
                    </a:cubicBezTo>
                    <a:cubicBezTo>
                      <a:pt x="15156" y="5643"/>
                      <a:pt x="15139" y="5835"/>
                      <a:pt x="15104" y="6045"/>
                    </a:cubicBezTo>
                    <a:cubicBezTo>
                      <a:pt x="15039" y="6369"/>
                      <a:pt x="15289" y="6663"/>
                      <a:pt x="15618" y="6663"/>
                    </a:cubicBezTo>
                    <a:cubicBezTo>
                      <a:pt x="15645" y="6663"/>
                      <a:pt x="15671" y="6661"/>
                      <a:pt x="15698" y="6657"/>
                    </a:cubicBezTo>
                    <a:cubicBezTo>
                      <a:pt x="16905" y="6657"/>
                      <a:pt x="17919" y="7636"/>
                      <a:pt x="17953" y="8860"/>
                    </a:cubicBezTo>
                    <a:cubicBezTo>
                      <a:pt x="18006" y="10066"/>
                      <a:pt x="17079" y="11115"/>
                      <a:pt x="15856" y="11202"/>
                    </a:cubicBezTo>
                    <a:lnTo>
                      <a:pt x="15856" y="11062"/>
                    </a:lnTo>
                    <a:cubicBezTo>
                      <a:pt x="15856" y="9471"/>
                      <a:pt x="14567" y="8475"/>
                      <a:pt x="13251" y="8475"/>
                    </a:cubicBezTo>
                    <a:cubicBezTo>
                      <a:pt x="12499" y="8475"/>
                      <a:pt x="11739" y="8799"/>
                      <a:pt x="11206" y="9524"/>
                    </a:cubicBezTo>
                    <a:lnTo>
                      <a:pt x="8951" y="9524"/>
                    </a:lnTo>
                    <a:cubicBezTo>
                      <a:pt x="8417" y="8799"/>
                      <a:pt x="7657" y="8475"/>
                      <a:pt x="6906" y="8475"/>
                    </a:cubicBezTo>
                    <a:cubicBezTo>
                      <a:pt x="5590" y="8475"/>
                      <a:pt x="4301" y="9471"/>
                      <a:pt x="4301" y="11062"/>
                    </a:cubicBezTo>
                    <a:lnTo>
                      <a:pt x="4301" y="11167"/>
                    </a:lnTo>
                    <a:cubicBezTo>
                      <a:pt x="2133" y="10730"/>
                      <a:pt x="1451" y="7985"/>
                      <a:pt x="3147" y="6569"/>
                    </a:cubicBezTo>
                    <a:lnTo>
                      <a:pt x="3147" y="6569"/>
                    </a:lnTo>
                    <a:cubicBezTo>
                      <a:pt x="3339" y="6902"/>
                      <a:pt x="3566" y="7199"/>
                      <a:pt x="3829" y="7478"/>
                    </a:cubicBezTo>
                    <a:cubicBezTo>
                      <a:pt x="3946" y="7592"/>
                      <a:pt x="4076" y="7640"/>
                      <a:pt x="4200" y="7640"/>
                    </a:cubicBezTo>
                    <a:cubicBezTo>
                      <a:pt x="4610" y="7640"/>
                      <a:pt x="4956" y="7116"/>
                      <a:pt x="4580" y="6727"/>
                    </a:cubicBezTo>
                    <a:cubicBezTo>
                      <a:pt x="4266" y="6412"/>
                      <a:pt x="4003" y="6028"/>
                      <a:pt x="3846" y="5608"/>
                    </a:cubicBezTo>
                    <a:cubicBezTo>
                      <a:pt x="3689" y="5206"/>
                      <a:pt x="3601" y="4804"/>
                      <a:pt x="3601" y="4384"/>
                    </a:cubicBezTo>
                    <a:cubicBezTo>
                      <a:pt x="3601" y="2347"/>
                      <a:pt x="5257" y="1055"/>
                      <a:pt x="6953" y="1055"/>
                    </a:cubicBezTo>
                    <a:close/>
                    <a:moveTo>
                      <a:pt x="13252" y="9535"/>
                    </a:moveTo>
                    <a:cubicBezTo>
                      <a:pt x="14030" y="9535"/>
                      <a:pt x="14796" y="10120"/>
                      <a:pt x="14807" y="11062"/>
                    </a:cubicBezTo>
                    <a:lnTo>
                      <a:pt x="14807" y="16307"/>
                    </a:lnTo>
                    <a:cubicBezTo>
                      <a:pt x="14807" y="16675"/>
                      <a:pt x="14515" y="16898"/>
                      <a:pt x="14217" y="16898"/>
                    </a:cubicBezTo>
                    <a:cubicBezTo>
                      <a:pt x="14022" y="16898"/>
                      <a:pt x="13824" y="16801"/>
                      <a:pt x="13706" y="16586"/>
                    </a:cubicBezTo>
                    <a:lnTo>
                      <a:pt x="12622" y="14698"/>
                    </a:lnTo>
                    <a:cubicBezTo>
                      <a:pt x="12534" y="14541"/>
                      <a:pt x="12359" y="14436"/>
                      <a:pt x="12167" y="14436"/>
                    </a:cubicBezTo>
                    <a:lnTo>
                      <a:pt x="7972" y="14436"/>
                    </a:lnTo>
                    <a:cubicBezTo>
                      <a:pt x="7797" y="14436"/>
                      <a:pt x="7622" y="14541"/>
                      <a:pt x="7517" y="14698"/>
                    </a:cubicBezTo>
                    <a:lnTo>
                      <a:pt x="6433" y="16586"/>
                    </a:lnTo>
                    <a:cubicBezTo>
                      <a:pt x="6322" y="16801"/>
                      <a:pt x="6126" y="16898"/>
                      <a:pt x="5930" y="16898"/>
                    </a:cubicBezTo>
                    <a:cubicBezTo>
                      <a:pt x="5633" y="16898"/>
                      <a:pt x="5339" y="16675"/>
                      <a:pt x="5349" y="16307"/>
                    </a:cubicBezTo>
                    <a:lnTo>
                      <a:pt x="5349" y="11062"/>
                    </a:lnTo>
                    <a:cubicBezTo>
                      <a:pt x="5349" y="10120"/>
                      <a:pt x="6119" y="9535"/>
                      <a:pt x="6899" y="9535"/>
                    </a:cubicBezTo>
                    <a:cubicBezTo>
                      <a:pt x="7364" y="9535"/>
                      <a:pt x="7833" y="9742"/>
                      <a:pt x="8146" y="10206"/>
                    </a:cubicBezTo>
                    <a:lnTo>
                      <a:pt x="8234" y="10345"/>
                    </a:lnTo>
                    <a:cubicBezTo>
                      <a:pt x="8339" y="10485"/>
                      <a:pt x="8496" y="10573"/>
                      <a:pt x="8671" y="10573"/>
                    </a:cubicBezTo>
                    <a:lnTo>
                      <a:pt x="11468" y="10573"/>
                    </a:lnTo>
                    <a:cubicBezTo>
                      <a:pt x="11660" y="10573"/>
                      <a:pt x="11818" y="10485"/>
                      <a:pt x="11905" y="10345"/>
                    </a:cubicBezTo>
                    <a:lnTo>
                      <a:pt x="12010" y="10206"/>
                    </a:lnTo>
                    <a:cubicBezTo>
                      <a:pt x="12323" y="9742"/>
                      <a:pt x="12790" y="9535"/>
                      <a:pt x="13252" y="9535"/>
                    </a:cubicBezTo>
                    <a:close/>
                    <a:moveTo>
                      <a:pt x="6970" y="1"/>
                    </a:moveTo>
                    <a:cubicBezTo>
                      <a:pt x="4737" y="1"/>
                      <a:pt x="2552" y="1694"/>
                      <a:pt x="2552" y="4384"/>
                    </a:cubicBezTo>
                    <a:cubicBezTo>
                      <a:pt x="2552" y="4786"/>
                      <a:pt x="2605" y="5188"/>
                      <a:pt x="2727" y="5573"/>
                    </a:cubicBezTo>
                    <a:cubicBezTo>
                      <a:pt x="0" y="7478"/>
                      <a:pt x="1014" y="11744"/>
                      <a:pt x="4301" y="12216"/>
                    </a:cubicBezTo>
                    <a:lnTo>
                      <a:pt x="4301" y="16307"/>
                    </a:lnTo>
                    <a:cubicBezTo>
                      <a:pt x="4290" y="17335"/>
                      <a:pt x="5115" y="17958"/>
                      <a:pt x="5949" y="17958"/>
                    </a:cubicBezTo>
                    <a:cubicBezTo>
                      <a:pt x="6491" y="17958"/>
                      <a:pt x="7036" y="17696"/>
                      <a:pt x="7360" y="17111"/>
                    </a:cubicBezTo>
                    <a:lnTo>
                      <a:pt x="8286" y="15485"/>
                    </a:lnTo>
                    <a:lnTo>
                      <a:pt x="11887" y="15485"/>
                    </a:lnTo>
                    <a:lnTo>
                      <a:pt x="12814" y="17111"/>
                    </a:lnTo>
                    <a:cubicBezTo>
                      <a:pt x="13137" y="17696"/>
                      <a:pt x="13683" y="17958"/>
                      <a:pt x="14224" y="17958"/>
                    </a:cubicBezTo>
                    <a:cubicBezTo>
                      <a:pt x="15059" y="17958"/>
                      <a:pt x="15884" y="17335"/>
                      <a:pt x="15873" y="16307"/>
                    </a:cubicBezTo>
                    <a:lnTo>
                      <a:pt x="15873" y="12251"/>
                    </a:lnTo>
                    <a:cubicBezTo>
                      <a:pt x="17639" y="12163"/>
                      <a:pt x="19020" y="10695"/>
                      <a:pt x="19020" y="8929"/>
                    </a:cubicBezTo>
                    <a:lnTo>
                      <a:pt x="19020" y="8929"/>
                    </a:lnTo>
                    <a:lnTo>
                      <a:pt x="19002" y="8947"/>
                    </a:lnTo>
                    <a:cubicBezTo>
                      <a:pt x="19002" y="7304"/>
                      <a:pt x="17814" y="5923"/>
                      <a:pt x="16188" y="5660"/>
                    </a:cubicBezTo>
                    <a:lnTo>
                      <a:pt x="16188" y="5451"/>
                    </a:lnTo>
                    <a:cubicBezTo>
                      <a:pt x="16188" y="3120"/>
                      <a:pt x="14284" y="1409"/>
                      <a:pt x="12166" y="1409"/>
                    </a:cubicBezTo>
                    <a:cubicBezTo>
                      <a:pt x="11600" y="1409"/>
                      <a:pt x="11018" y="1531"/>
                      <a:pt x="10454" y="1797"/>
                    </a:cubicBezTo>
                    <a:cubicBezTo>
                      <a:pt x="9544" y="556"/>
                      <a:pt x="8249" y="1"/>
                      <a:pt x="69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31"/>
              <p:cNvSpPr/>
              <p:nvPr/>
            </p:nvSpPr>
            <p:spPr>
              <a:xfrm>
                <a:off x="6472238" y="1510100"/>
                <a:ext cx="76500" cy="69950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2798" extrusionOk="0">
                    <a:moveTo>
                      <a:pt x="1522" y="1"/>
                    </a:moveTo>
                    <a:cubicBezTo>
                      <a:pt x="1259" y="1"/>
                      <a:pt x="997" y="176"/>
                      <a:pt x="997" y="525"/>
                    </a:cubicBezTo>
                    <a:lnTo>
                      <a:pt x="997" y="875"/>
                    </a:lnTo>
                    <a:lnTo>
                      <a:pt x="665" y="875"/>
                    </a:lnTo>
                    <a:cubicBezTo>
                      <a:pt x="1" y="910"/>
                      <a:pt x="1" y="1889"/>
                      <a:pt x="665" y="1924"/>
                    </a:cubicBezTo>
                    <a:lnTo>
                      <a:pt x="1015" y="1924"/>
                    </a:lnTo>
                    <a:lnTo>
                      <a:pt x="1015" y="2273"/>
                    </a:lnTo>
                    <a:cubicBezTo>
                      <a:pt x="1015" y="2623"/>
                      <a:pt x="1277" y="2798"/>
                      <a:pt x="1539" y="2798"/>
                    </a:cubicBezTo>
                    <a:cubicBezTo>
                      <a:pt x="1801" y="2798"/>
                      <a:pt x="2064" y="2623"/>
                      <a:pt x="2064" y="2273"/>
                    </a:cubicBezTo>
                    <a:lnTo>
                      <a:pt x="2064" y="1924"/>
                    </a:lnTo>
                    <a:lnTo>
                      <a:pt x="2413" y="1924"/>
                    </a:lnTo>
                    <a:cubicBezTo>
                      <a:pt x="3060" y="1889"/>
                      <a:pt x="3060" y="910"/>
                      <a:pt x="2413" y="875"/>
                    </a:cubicBezTo>
                    <a:lnTo>
                      <a:pt x="2046" y="875"/>
                    </a:lnTo>
                    <a:lnTo>
                      <a:pt x="2046" y="525"/>
                    </a:lnTo>
                    <a:cubicBezTo>
                      <a:pt x="2046" y="176"/>
                      <a:pt x="1784" y="1"/>
                      <a:pt x="152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31"/>
              <p:cNvSpPr/>
              <p:nvPr/>
            </p:nvSpPr>
            <p:spPr>
              <a:xfrm>
                <a:off x="6341138" y="1510100"/>
                <a:ext cx="76500" cy="69950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2798" extrusionOk="0">
                    <a:moveTo>
                      <a:pt x="1526" y="1"/>
                    </a:moveTo>
                    <a:cubicBezTo>
                      <a:pt x="1263" y="1"/>
                      <a:pt x="1006" y="176"/>
                      <a:pt x="1014" y="525"/>
                    </a:cubicBezTo>
                    <a:lnTo>
                      <a:pt x="1014" y="875"/>
                    </a:lnTo>
                    <a:lnTo>
                      <a:pt x="665" y="875"/>
                    </a:lnTo>
                    <a:cubicBezTo>
                      <a:pt x="0" y="910"/>
                      <a:pt x="0" y="1889"/>
                      <a:pt x="665" y="1924"/>
                    </a:cubicBezTo>
                    <a:lnTo>
                      <a:pt x="1014" y="1924"/>
                    </a:lnTo>
                    <a:lnTo>
                      <a:pt x="1014" y="2273"/>
                    </a:lnTo>
                    <a:cubicBezTo>
                      <a:pt x="1014" y="2623"/>
                      <a:pt x="1276" y="2798"/>
                      <a:pt x="1539" y="2798"/>
                    </a:cubicBezTo>
                    <a:cubicBezTo>
                      <a:pt x="1801" y="2798"/>
                      <a:pt x="2063" y="2623"/>
                      <a:pt x="2063" y="2273"/>
                    </a:cubicBezTo>
                    <a:lnTo>
                      <a:pt x="2063" y="1924"/>
                    </a:lnTo>
                    <a:lnTo>
                      <a:pt x="2413" y="1924"/>
                    </a:lnTo>
                    <a:cubicBezTo>
                      <a:pt x="3060" y="1889"/>
                      <a:pt x="3060" y="910"/>
                      <a:pt x="2413" y="875"/>
                    </a:cubicBezTo>
                    <a:lnTo>
                      <a:pt x="2063" y="875"/>
                    </a:lnTo>
                    <a:lnTo>
                      <a:pt x="2063" y="525"/>
                    </a:lnTo>
                    <a:cubicBezTo>
                      <a:pt x="2054" y="176"/>
                      <a:pt x="1788" y="1"/>
                      <a:pt x="15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31"/>
              <p:cNvSpPr/>
              <p:nvPr/>
            </p:nvSpPr>
            <p:spPr>
              <a:xfrm>
                <a:off x="6429863" y="1548575"/>
                <a:ext cx="26675" cy="22550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902" extrusionOk="0">
                    <a:moveTo>
                      <a:pt x="612" y="0"/>
                    </a:moveTo>
                    <a:cubicBezTo>
                      <a:pt x="192" y="0"/>
                      <a:pt x="0" y="472"/>
                      <a:pt x="280" y="769"/>
                    </a:cubicBezTo>
                    <a:cubicBezTo>
                      <a:pt x="371" y="860"/>
                      <a:pt x="484" y="901"/>
                      <a:pt x="596" y="901"/>
                    </a:cubicBezTo>
                    <a:cubicBezTo>
                      <a:pt x="828" y="901"/>
                      <a:pt x="1055" y="726"/>
                      <a:pt x="1066" y="455"/>
                    </a:cubicBezTo>
                    <a:cubicBezTo>
                      <a:pt x="1066" y="192"/>
                      <a:pt x="857" y="0"/>
                      <a:pt x="61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7" name="Google Shape;277;p31"/>
          <p:cNvGrpSpPr/>
          <p:nvPr/>
        </p:nvGrpSpPr>
        <p:grpSpPr>
          <a:xfrm rot="-679607">
            <a:off x="8139852" y="3102978"/>
            <a:ext cx="1149873" cy="1149873"/>
            <a:chOff x="9124422" y="2568890"/>
            <a:chExt cx="1149900" cy="1149900"/>
          </a:xfrm>
        </p:grpSpPr>
        <p:sp>
          <p:nvSpPr>
            <p:cNvPr id="278" name="Google Shape;278;p31"/>
            <p:cNvSpPr/>
            <p:nvPr/>
          </p:nvSpPr>
          <p:spPr>
            <a:xfrm>
              <a:off x="9124422" y="2568890"/>
              <a:ext cx="1149900" cy="1149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9" name="Google Shape;279;p31"/>
            <p:cNvGrpSpPr/>
            <p:nvPr/>
          </p:nvGrpSpPr>
          <p:grpSpPr>
            <a:xfrm>
              <a:off x="9411610" y="2856126"/>
              <a:ext cx="575456" cy="575424"/>
              <a:chOff x="5477988" y="1236975"/>
              <a:chExt cx="448000" cy="447975"/>
            </a:xfrm>
          </p:grpSpPr>
          <p:sp>
            <p:nvSpPr>
              <p:cNvPr id="280" name="Google Shape;280;p31"/>
              <p:cNvSpPr/>
              <p:nvPr/>
            </p:nvSpPr>
            <p:spPr>
              <a:xfrm>
                <a:off x="5477988" y="1236975"/>
                <a:ext cx="448000" cy="447975"/>
              </a:xfrm>
              <a:custGeom>
                <a:avLst/>
                <a:gdLst/>
                <a:ahLst/>
                <a:cxnLst/>
                <a:rect l="l" t="t" r="r" b="b"/>
                <a:pathLst>
                  <a:path w="17920" h="17919" extrusionOk="0">
                    <a:moveTo>
                      <a:pt x="16870" y="1049"/>
                    </a:moveTo>
                    <a:lnTo>
                      <a:pt x="16870" y="16869"/>
                    </a:lnTo>
                    <a:lnTo>
                      <a:pt x="1050" y="16869"/>
                    </a:lnTo>
                    <a:lnTo>
                      <a:pt x="1050" y="1049"/>
                    </a:lnTo>
                    <a:close/>
                    <a:moveTo>
                      <a:pt x="525" y="0"/>
                    </a:moveTo>
                    <a:cubicBezTo>
                      <a:pt x="228" y="0"/>
                      <a:pt x="1" y="227"/>
                      <a:pt x="1" y="524"/>
                    </a:cubicBezTo>
                    <a:lnTo>
                      <a:pt x="1" y="17394"/>
                    </a:lnTo>
                    <a:cubicBezTo>
                      <a:pt x="1" y="17691"/>
                      <a:pt x="228" y="17918"/>
                      <a:pt x="525" y="17918"/>
                    </a:cubicBezTo>
                    <a:lnTo>
                      <a:pt x="17395" y="17918"/>
                    </a:lnTo>
                    <a:cubicBezTo>
                      <a:pt x="17692" y="17918"/>
                      <a:pt x="17919" y="17691"/>
                      <a:pt x="17919" y="17394"/>
                    </a:cubicBezTo>
                    <a:lnTo>
                      <a:pt x="17919" y="524"/>
                    </a:lnTo>
                    <a:cubicBezTo>
                      <a:pt x="17919" y="227"/>
                      <a:pt x="17692" y="0"/>
                      <a:pt x="17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1"/>
              <p:cNvSpPr/>
              <p:nvPr/>
            </p:nvSpPr>
            <p:spPr>
              <a:xfrm>
                <a:off x="5531313" y="1290275"/>
                <a:ext cx="341350" cy="341350"/>
              </a:xfrm>
              <a:custGeom>
                <a:avLst/>
                <a:gdLst/>
                <a:ahLst/>
                <a:cxnLst/>
                <a:rect l="l" t="t" r="r" b="b"/>
                <a:pathLst>
                  <a:path w="13654" h="13654" extrusionOk="0">
                    <a:moveTo>
                      <a:pt x="8409" y="1050"/>
                    </a:moveTo>
                    <a:lnTo>
                      <a:pt x="8409" y="2273"/>
                    </a:lnTo>
                    <a:cubicBezTo>
                      <a:pt x="8409" y="2570"/>
                      <a:pt x="8636" y="2798"/>
                      <a:pt x="8933" y="2798"/>
                    </a:cubicBezTo>
                    <a:lnTo>
                      <a:pt x="10507" y="2798"/>
                    </a:lnTo>
                    <a:lnTo>
                      <a:pt x="10507" y="4021"/>
                    </a:lnTo>
                    <a:cubicBezTo>
                      <a:pt x="10507" y="4319"/>
                      <a:pt x="10734" y="4546"/>
                      <a:pt x="11031" y="4546"/>
                    </a:cubicBezTo>
                    <a:lnTo>
                      <a:pt x="12604" y="4546"/>
                    </a:lnTo>
                    <a:lnTo>
                      <a:pt x="12604" y="12605"/>
                    </a:lnTo>
                    <a:lnTo>
                      <a:pt x="1049" y="12605"/>
                    </a:lnTo>
                    <a:lnTo>
                      <a:pt x="1049" y="4546"/>
                    </a:lnTo>
                    <a:lnTo>
                      <a:pt x="2623" y="4546"/>
                    </a:lnTo>
                    <a:cubicBezTo>
                      <a:pt x="2920" y="4546"/>
                      <a:pt x="3147" y="4319"/>
                      <a:pt x="3147" y="4021"/>
                    </a:cubicBezTo>
                    <a:lnTo>
                      <a:pt x="3147" y="2798"/>
                    </a:lnTo>
                    <a:lnTo>
                      <a:pt x="4720" y="2798"/>
                    </a:lnTo>
                    <a:cubicBezTo>
                      <a:pt x="5018" y="2798"/>
                      <a:pt x="5245" y="2570"/>
                      <a:pt x="5245" y="2273"/>
                    </a:cubicBezTo>
                    <a:lnTo>
                      <a:pt x="5245" y="1050"/>
                    </a:lnTo>
                    <a:close/>
                    <a:moveTo>
                      <a:pt x="4720" y="1"/>
                    </a:moveTo>
                    <a:cubicBezTo>
                      <a:pt x="4441" y="1"/>
                      <a:pt x="4196" y="245"/>
                      <a:pt x="4196" y="525"/>
                    </a:cubicBezTo>
                    <a:lnTo>
                      <a:pt x="4196" y="1749"/>
                    </a:lnTo>
                    <a:lnTo>
                      <a:pt x="2623" y="1749"/>
                    </a:lnTo>
                    <a:cubicBezTo>
                      <a:pt x="2343" y="1749"/>
                      <a:pt x="2098" y="1994"/>
                      <a:pt x="2098" y="2273"/>
                    </a:cubicBezTo>
                    <a:lnTo>
                      <a:pt x="2098" y="3497"/>
                    </a:lnTo>
                    <a:lnTo>
                      <a:pt x="525" y="3497"/>
                    </a:lnTo>
                    <a:cubicBezTo>
                      <a:pt x="245" y="3497"/>
                      <a:pt x="0" y="3742"/>
                      <a:pt x="0" y="4021"/>
                    </a:cubicBezTo>
                    <a:lnTo>
                      <a:pt x="0" y="13129"/>
                    </a:lnTo>
                    <a:cubicBezTo>
                      <a:pt x="0" y="13409"/>
                      <a:pt x="245" y="13654"/>
                      <a:pt x="525" y="13654"/>
                    </a:cubicBezTo>
                    <a:lnTo>
                      <a:pt x="13129" y="13654"/>
                    </a:lnTo>
                    <a:cubicBezTo>
                      <a:pt x="13409" y="13654"/>
                      <a:pt x="13653" y="13409"/>
                      <a:pt x="13653" y="13129"/>
                    </a:cubicBezTo>
                    <a:lnTo>
                      <a:pt x="13653" y="4021"/>
                    </a:lnTo>
                    <a:cubicBezTo>
                      <a:pt x="13653" y="3742"/>
                      <a:pt x="13409" y="3497"/>
                      <a:pt x="13129" y="3497"/>
                    </a:cubicBezTo>
                    <a:lnTo>
                      <a:pt x="11556" y="3497"/>
                    </a:lnTo>
                    <a:lnTo>
                      <a:pt x="11556" y="2273"/>
                    </a:lnTo>
                    <a:cubicBezTo>
                      <a:pt x="11556" y="1994"/>
                      <a:pt x="11311" y="1749"/>
                      <a:pt x="11031" y="1749"/>
                    </a:cubicBezTo>
                    <a:lnTo>
                      <a:pt x="9458" y="1749"/>
                    </a:lnTo>
                    <a:lnTo>
                      <a:pt x="9458" y="525"/>
                    </a:lnTo>
                    <a:cubicBezTo>
                      <a:pt x="9458" y="245"/>
                      <a:pt x="9213" y="1"/>
                      <a:pt x="893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1"/>
              <p:cNvSpPr/>
              <p:nvPr/>
            </p:nvSpPr>
            <p:spPr>
              <a:xfrm>
                <a:off x="5793963" y="1500500"/>
                <a:ext cx="26250" cy="7867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3147" extrusionOk="0">
                    <a:moveTo>
                      <a:pt x="525" y="0"/>
                    </a:moveTo>
                    <a:cubicBezTo>
                      <a:pt x="228" y="0"/>
                      <a:pt x="1" y="227"/>
                      <a:pt x="1" y="525"/>
                    </a:cubicBezTo>
                    <a:lnTo>
                      <a:pt x="1" y="2622"/>
                    </a:lnTo>
                    <a:cubicBezTo>
                      <a:pt x="1" y="2972"/>
                      <a:pt x="263" y="3147"/>
                      <a:pt x="525" y="3147"/>
                    </a:cubicBezTo>
                    <a:cubicBezTo>
                      <a:pt x="787" y="3147"/>
                      <a:pt x="1050" y="2972"/>
                      <a:pt x="1050" y="2622"/>
                    </a:cubicBezTo>
                    <a:lnTo>
                      <a:pt x="1050" y="525"/>
                    </a:lnTo>
                    <a:cubicBezTo>
                      <a:pt x="1050" y="227"/>
                      <a:pt x="805" y="0"/>
                      <a:pt x="5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1"/>
              <p:cNvSpPr/>
              <p:nvPr/>
            </p:nvSpPr>
            <p:spPr>
              <a:xfrm>
                <a:off x="5741513" y="1500500"/>
                <a:ext cx="26250" cy="7867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3147" extrusionOk="0">
                    <a:moveTo>
                      <a:pt x="525" y="0"/>
                    </a:moveTo>
                    <a:cubicBezTo>
                      <a:pt x="228" y="0"/>
                      <a:pt x="1" y="227"/>
                      <a:pt x="1" y="525"/>
                    </a:cubicBezTo>
                    <a:lnTo>
                      <a:pt x="1" y="2622"/>
                    </a:lnTo>
                    <a:cubicBezTo>
                      <a:pt x="1" y="2972"/>
                      <a:pt x="263" y="3147"/>
                      <a:pt x="525" y="3147"/>
                    </a:cubicBezTo>
                    <a:cubicBezTo>
                      <a:pt x="788" y="3147"/>
                      <a:pt x="1050" y="2972"/>
                      <a:pt x="1050" y="2622"/>
                    </a:cubicBezTo>
                    <a:lnTo>
                      <a:pt x="1050" y="525"/>
                    </a:lnTo>
                    <a:cubicBezTo>
                      <a:pt x="1050" y="227"/>
                      <a:pt x="805" y="0"/>
                      <a:pt x="5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1"/>
              <p:cNvSpPr/>
              <p:nvPr/>
            </p:nvSpPr>
            <p:spPr>
              <a:xfrm>
                <a:off x="5688638" y="1500500"/>
                <a:ext cx="26700" cy="78675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3147" extrusionOk="0">
                    <a:moveTo>
                      <a:pt x="543" y="0"/>
                    </a:moveTo>
                    <a:cubicBezTo>
                      <a:pt x="245" y="0"/>
                      <a:pt x="1" y="227"/>
                      <a:pt x="18" y="525"/>
                    </a:cubicBezTo>
                    <a:lnTo>
                      <a:pt x="18" y="2622"/>
                    </a:lnTo>
                    <a:cubicBezTo>
                      <a:pt x="18" y="2972"/>
                      <a:pt x="280" y="3147"/>
                      <a:pt x="543" y="3147"/>
                    </a:cubicBezTo>
                    <a:cubicBezTo>
                      <a:pt x="805" y="3147"/>
                      <a:pt x="1067" y="2972"/>
                      <a:pt x="1067" y="2622"/>
                    </a:cubicBezTo>
                    <a:lnTo>
                      <a:pt x="1067" y="525"/>
                    </a:lnTo>
                    <a:cubicBezTo>
                      <a:pt x="1067" y="227"/>
                      <a:pt x="822" y="0"/>
                      <a:pt x="54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31"/>
              <p:cNvSpPr/>
              <p:nvPr/>
            </p:nvSpPr>
            <p:spPr>
              <a:xfrm>
                <a:off x="5583763" y="1500500"/>
                <a:ext cx="26250" cy="7867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3147" extrusionOk="0">
                    <a:moveTo>
                      <a:pt x="525" y="0"/>
                    </a:moveTo>
                    <a:cubicBezTo>
                      <a:pt x="245" y="0"/>
                      <a:pt x="0" y="227"/>
                      <a:pt x="0" y="525"/>
                    </a:cubicBezTo>
                    <a:lnTo>
                      <a:pt x="0" y="2622"/>
                    </a:lnTo>
                    <a:cubicBezTo>
                      <a:pt x="0" y="2972"/>
                      <a:pt x="262" y="3147"/>
                      <a:pt x="525" y="3147"/>
                    </a:cubicBezTo>
                    <a:cubicBezTo>
                      <a:pt x="787" y="3147"/>
                      <a:pt x="1049" y="2972"/>
                      <a:pt x="1049" y="2622"/>
                    </a:cubicBezTo>
                    <a:lnTo>
                      <a:pt x="1049" y="525"/>
                    </a:lnTo>
                    <a:cubicBezTo>
                      <a:pt x="1049" y="227"/>
                      <a:pt x="822" y="0"/>
                      <a:pt x="5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31"/>
              <p:cNvSpPr/>
              <p:nvPr/>
            </p:nvSpPr>
            <p:spPr>
              <a:xfrm>
                <a:off x="5636188" y="1500500"/>
                <a:ext cx="26250" cy="7867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3147" extrusionOk="0">
                    <a:moveTo>
                      <a:pt x="525" y="0"/>
                    </a:moveTo>
                    <a:cubicBezTo>
                      <a:pt x="246" y="0"/>
                      <a:pt x="1" y="227"/>
                      <a:pt x="1" y="525"/>
                    </a:cubicBezTo>
                    <a:lnTo>
                      <a:pt x="1" y="2622"/>
                    </a:lnTo>
                    <a:cubicBezTo>
                      <a:pt x="1" y="2972"/>
                      <a:pt x="263" y="3147"/>
                      <a:pt x="525" y="3147"/>
                    </a:cubicBezTo>
                    <a:cubicBezTo>
                      <a:pt x="788" y="3147"/>
                      <a:pt x="1050" y="2972"/>
                      <a:pt x="1050" y="2622"/>
                    </a:cubicBezTo>
                    <a:lnTo>
                      <a:pt x="1050" y="525"/>
                    </a:lnTo>
                    <a:cubicBezTo>
                      <a:pt x="1050" y="227"/>
                      <a:pt x="823" y="0"/>
                      <a:pt x="5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31"/>
              <p:cNvSpPr/>
              <p:nvPr/>
            </p:nvSpPr>
            <p:spPr>
              <a:xfrm>
                <a:off x="5807088" y="1290275"/>
                <a:ext cx="69950" cy="26250"/>
              </a:xfrm>
              <a:custGeom>
                <a:avLst/>
                <a:gdLst/>
                <a:ahLst/>
                <a:cxnLst/>
                <a:rect l="l" t="t" r="r" b="b"/>
                <a:pathLst>
                  <a:path w="2798" h="1050" extrusionOk="0">
                    <a:moveTo>
                      <a:pt x="699" y="1"/>
                    </a:moveTo>
                    <a:cubicBezTo>
                      <a:pt x="0" y="1"/>
                      <a:pt x="0" y="1050"/>
                      <a:pt x="699" y="1050"/>
                    </a:cubicBezTo>
                    <a:lnTo>
                      <a:pt x="2098" y="1050"/>
                    </a:lnTo>
                    <a:cubicBezTo>
                      <a:pt x="2797" y="1050"/>
                      <a:pt x="2797" y="1"/>
                      <a:pt x="209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31"/>
              <p:cNvSpPr/>
              <p:nvPr/>
            </p:nvSpPr>
            <p:spPr>
              <a:xfrm>
                <a:off x="5526938" y="1290275"/>
                <a:ext cx="69950" cy="26250"/>
              </a:xfrm>
              <a:custGeom>
                <a:avLst/>
                <a:gdLst/>
                <a:ahLst/>
                <a:cxnLst/>
                <a:rect l="l" t="t" r="r" b="b"/>
                <a:pathLst>
                  <a:path w="2798" h="1050" extrusionOk="0">
                    <a:moveTo>
                      <a:pt x="700" y="1"/>
                    </a:moveTo>
                    <a:cubicBezTo>
                      <a:pt x="1" y="1"/>
                      <a:pt x="1" y="1050"/>
                      <a:pt x="700" y="1050"/>
                    </a:cubicBezTo>
                    <a:lnTo>
                      <a:pt x="2098" y="1050"/>
                    </a:lnTo>
                    <a:cubicBezTo>
                      <a:pt x="2798" y="1050"/>
                      <a:pt x="2798" y="1"/>
                      <a:pt x="209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89" name="Google Shape;289;p31"/>
          <p:cNvSpPr txBox="1">
            <a:spLocks noGrp="1"/>
          </p:cNvSpPr>
          <p:nvPr>
            <p:ph type="title" idx="2"/>
          </p:nvPr>
        </p:nvSpPr>
        <p:spPr>
          <a:xfrm flipH="1">
            <a:off x="2229450" y="2690526"/>
            <a:ext cx="4685100" cy="55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Practical</a:t>
            </a:r>
            <a:endParaRPr dirty="0"/>
          </a:p>
        </p:txBody>
      </p:sp>
      <p:sp>
        <p:nvSpPr>
          <p:cNvPr id="290" name="Google Shape;290;p31"/>
          <p:cNvSpPr txBox="1">
            <a:spLocks noGrp="1"/>
          </p:cNvSpPr>
          <p:nvPr>
            <p:ph type="title"/>
          </p:nvPr>
        </p:nvSpPr>
        <p:spPr>
          <a:xfrm rot="-59787">
            <a:off x="3002163" y="1276077"/>
            <a:ext cx="3139675" cy="1095768"/>
          </a:xfrm>
          <a:prstGeom prst="rect">
            <a:avLst/>
          </a:prstGeom>
          <a:solidFill>
            <a:srgbClr val="FFC000"/>
          </a:solidFill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03</a:t>
            </a:r>
            <a:endParaRPr dirty="0"/>
          </a:p>
        </p:txBody>
      </p:sp>
      <p:cxnSp>
        <p:nvCxnSpPr>
          <p:cNvPr id="292" name="Google Shape;292;p31"/>
          <p:cNvCxnSpPr/>
          <p:nvPr/>
        </p:nvCxnSpPr>
        <p:spPr>
          <a:xfrm>
            <a:off x="2377650" y="3324129"/>
            <a:ext cx="43887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3" name="Google Shape;293;p31"/>
          <p:cNvSpPr txBox="1"/>
          <p:nvPr/>
        </p:nvSpPr>
        <p:spPr>
          <a:xfrm rot="540321">
            <a:off x="7304786" y="3816140"/>
            <a:ext cx="1774776" cy="43827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2"/>
                </a:solidFill>
                <a:latin typeface="Jost SemiBold"/>
                <a:ea typeface="Jost SemiBold"/>
                <a:cs typeface="Jost SemiBold"/>
                <a:sym typeface="Jost SemiBold"/>
              </a:rPr>
              <a:t>2022</a:t>
            </a:r>
            <a:endParaRPr sz="1900">
              <a:solidFill>
                <a:schemeClr val="accent2"/>
              </a:solidFill>
              <a:latin typeface="Jost SemiBold"/>
              <a:ea typeface="Jost SemiBold"/>
              <a:cs typeface="Jost SemiBold"/>
              <a:sym typeface="Jost SemiBold"/>
            </a:endParaRPr>
          </a:p>
        </p:txBody>
      </p:sp>
      <p:grpSp>
        <p:nvGrpSpPr>
          <p:cNvPr id="294" name="Google Shape;294;p31"/>
          <p:cNvGrpSpPr/>
          <p:nvPr/>
        </p:nvGrpSpPr>
        <p:grpSpPr>
          <a:xfrm rot="-654054">
            <a:off x="-62251" y="1005636"/>
            <a:ext cx="1149835" cy="1149835"/>
            <a:chOff x="-1332859" y="1178876"/>
            <a:chExt cx="1149900" cy="1149900"/>
          </a:xfrm>
        </p:grpSpPr>
        <p:sp>
          <p:nvSpPr>
            <p:cNvPr id="295" name="Google Shape;295;p31"/>
            <p:cNvSpPr/>
            <p:nvPr/>
          </p:nvSpPr>
          <p:spPr>
            <a:xfrm>
              <a:off x="-1332859" y="1178876"/>
              <a:ext cx="1149900" cy="1149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1"/>
            <p:cNvSpPr/>
            <p:nvPr/>
          </p:nvSpPr>
          <p:spPr>
            <a:xfrm>
              <a:off x="-1069494" y="1466133"/>
              <a:ext cx="623187" cy="575380"/>
            </a:xfrm>
            <a:custGeom>
              <a:avLst/>
              <a:gdLst/>
              <a:ahLst/>
              <a:cxnLst/>
              <a:rect l="l" t="t" r="r" b="b"/>
              <a:pathLst>
                <a:path w="19423" h="17933" extrusionOk="0">
                  <a:moveTo>
                    <a:pt x="7198" y="1"/>
                  </a:moveTo>
                  <a:cubicBezTo>
                    <a:pt x="4964" y="1"/>
                    <a:pt x="2780" y="1694"/>
                    <a:pt x="2780" y="4384"/>
                  </a:cubicBezTo>
                  <a:cubicBezTo>
                    <a:pt x="2780" y="4786"/>
                    <a:pt x="2832" y="5188"/>
                    <a:pt x="2955" y="5573"/>
                  </a:cubicBezTo>
                  <a:cubicBezTo>
                    <a:pt x="0" y="7636"/>
                    <a:pt x="1451" y="12268"/>
                    <a:pt x="5070" y="12268"/>
                  </a:cubicBezTo>
                  <a:lnTo>
                    <a:pt x="5245" y="12268"/>
                  </a:lnTo>
                  <a:cubicBezTo>
                    <a:pt x="5245" y="12775"/>
                    <a:pt x="5315" y="13282"/>
                    <a:pt x="5472" y="13772"/>
                  </a:cubicBezTo>
                  <a:cubicBezTo>
                    <a:pt x="5542" y="13982"/>
                    <a:pt x="5752" y="14139"/>
                    <a:pt x="5979" y="14139"/>
                  </a:cubicBezTo>
                  <a:cubicBezTo>
                    <a:pt x="6031" y="14139"/>
                    <a:pt x="6084" y="14121"/>
                    <a:pt x="6136" y="14104"/>
                  </a:cubicBezTo>
                  <a:cubicBezTo>
                    <a:pt x="6399" y="14016"/>
                    <a:pt x="6556" y="13737"/>
                    <a:pt x="6468" y="13457"/>
                  </a:cubicBezTo>
                  <a:cubicBezTo>
                    <a:pt x="5603" y="10694"/>
                    <a:pt x="7780" y="8209"/>
                    <a:pt x="10312" y="8209"/>
                  </a:cubicBezTo>
                  <a:cubicBezTo>
                    <a:pt x="10951" y="8209"/>
                    <a:pt x="11613" y="8367"/>
                    <a:pt x="12255" y="8720"/>
                  </a:cubicBezTo>
                  <a:lnTo>
                    <a:pt x="11486" y="8860"/>
                  </a:lnTo>
                  <a:cubicBezTo>
                    <a:pt x="10845" y="8946"/>
                    <a:pt x="10925" y="9891"/>
                    <a:pt x="11556" y="9891"/>
                  </a:cubicBezTo>
                  <a:cubicBezTo>
                    <a:pt x="11561" y="9891"/>
                    <a:pt x="11567" y="9891"/>
                    <a:pt x="11573" y="9891"/>
                  </a:cubicBezTo>
                  <a:lnTo>
                    <a:pt x="11678" y="9891"/>
                  </a:lnTo>
                  <a:lnTo>
                    <a:pt x="13618" y="9559"/>
                  </a:lnTo>
                  <a:cubicBezTo>
                    <a:pt x="13915" y="9506"/>
                    <a:pt x="14108" y="9227"/>
                    <a:pt x="14055" y="8947"/>
                  </a:cubicBezTo>
                  <a:lnTo>
                    <a:pt x="13706" y="6989"/>
                  </a:lnTo>
                  <a:cubicBezTo>
                    <a:pt x="13653" y="6693"/>
                    <a:pt x="13428" y="6558"/>
                    <a:pt x="13200" y="6558"/>
                  </a:cubicBezTo>
                  <a:cubicBezTo>
                    <a:pt x="12905" y="6558"/>
                    <a:pt x="12605" y="6786"/>
                    <a:pt x="12674" y="7181"/>
                  </a:cubicBezTo>
                  <a:lnTo>
                    <a:pt x="12797" y="7811"/>
                  </a:lnTo>
                  <a:cubicBezTo>
                    <a:pt x="12006" y="7374"/>
                    <a:pt x="11164" y="7172"/>
                    <a:pt x="10341" y="7172"/>
                  </a:cubicBezTo>
                  <a:cubicBezTo>
                    <a:pt x="8034" y="7172"/>
                    <a:pt x="5870" y="8759"/>
                    <a:pt x="5367" y="11219"/>
                  </a:cubicBezTo>
                  <a:lnTo>
                    <a:pt x="5070" y="11219"/>
                  </a:lnTo>
                  <a:cubicBezTo>
                    <a:pt x="5056" y="11220"/>
                    <a:pt x="5042" y="11220"/>
                    <a:pt x="5028" y="11220"/>
                  </a:cubicBezTo>
                  <a:cubicBezTo>
                    <a:pt x="2558" y="11220"/>
                    <a:pt x="1445" y="8134"/>
                    <a:pt x="3374" y="6569"/>
                  </a:cubicBezTo>
                  <a:lnTo>
                    <a:pt x="3374" y="6569"/>
                  </a:lnTo>
                  <a:cubicBezTo>
                    <a:pt x="3567" y="6902"/>
                    <a:pt x="3794" y="7199"/>
                    <a:pt x="4056" y="7478"/>
                  </a:cubicBezTo>
                  <a:cubicBezTo>
                    <a:pt x="4174" y="7592"/>
                    <a:pt x="4303" y="7640"/>
                    <a:pt x="4427" y="7640"/>
                  </a:cubicBezTo>
                  <a:cubicBezTo>
                    <a:pt x="4838" y="7640"/>
                    <a:pt x="5184" y="7116"/>
                    <a:pt x="4808" y="6727"/>
                  </a:cubicBezTo>
                  <a:cubicBezTo>
                    <a:pt x="4493" y="6412"/>
                    <a:pt x="4231" y="6028"/>
                    <a:pt x="4073" y="5608"/>
                  </a:cubicBezTo>
                  <a:cubicBezTo>
                    <a:pt x="3916" y="5206"/>
                    <a:pt x="3829" y="4804"/>
                    <a:pt x="3829" y="4384"/>
                  </a:cubicBezTo>
                  <a:cubicBezTo>
                    <a:pt x="3829" y="2347"/>
                    <a:pt x="5485" y="1055"/>
                    <a:pt x="7181" y="1055"/>
                  </a:cubicBezTo>
                  <a:cubicBezTo>
                    <a:pt x="8133" y="1055"/>
                    <a:pt x="9098" y="1462"/>
                    <a:pt x="9790" y="2374"/>
                  </a:cubicBezTo>
                  <a:cubicBezTo>
                    <a:pt x="9720" y="2444"/>
                    <a:pt x="9633" y="2514"/>
                    <a:pt x="9563" y="2584"/>
                  </a:cubicBezTo>
                  <a:cubicBezTo>
                    <a:pt x="9172" y="2961"/>
                    <a:pt x="9529" y="3494"/>
                    <a:pt x="9946" y="3494"/>
                  </a:cubicBezTo>
                  <a:cubicBezTo>
                    <a:pt x="10069" y="3494"/>
                    <a:pt x="10198" y="3447"/>
                    <a:pt x="10314" y="3335"/>
                  </a:cubicBezTo>
                  <a:cubicBezTo>
                    <a:pt x="10454" y="3196"/>
                    <a:pt x="10629" y="3056"/>
                    <a:pt x="10804" y="2933"/>
                  </a:cubicBezTo>
                  <a:cubicBezTo>
                    <a:pt x="11315" y="2603"/>
                    <a:pt x="11868" y="2453"/>
                    <a:pt x="12408" y="2453"/>
                  </a:cubicBezTo>
                  <a:cubicBezTo>
                    <a:pt x="13953" y="2453"/>
                    <a:pt x="15384" y="3684"/>
                    <a:pt x="15384" y="5433"/>
                  </a:cubicBezTo>
                  <a:cubicBezTo>
                    <a:pt x="15384" y="5643"/>
                    <a:pt x="15366" y="5835"/>
                    <a:pt x="15331" y="6045"/>
                  </a:cubicBezTo>
                  <a:cubicBezTo>
                    <a:pt x="15267" y="6369"/>
                    <a:pt x="15517" y="6663"/>
                    <a:pt x="15846" y="6663"/>
                  </a:cubicBezTo>
                  <a:cubicBezTo>
                    <a:pt x="15872" y="6663"/>
                    <a:pt x="15899" y="6661"/>
                    <a:pt x="15926" y="6657"/>
                  </a:cubicBezTo>
                  <a:cubicBezTo>
                    <a:pt x="17167" y="6657"/>
                    <a:pt x="18198" y="7688"/>
                    <a:pt x="18198" y="8947"/>
                  </a:cubicBezTo>
                  <a:cubicBezTo>
                    <a:pt x="18198" y="10188"/>
                    <a:pt x="17167" y="11219"/>
                    <a:pt x="15926" y="11219"/>
                  </a:cubicBezTo>
                  <a:lnTo>
                    <a:pt x="15279" y="11219"/>
                  </a:lnTo>
                  <a:cubicBezTo>
                    <a:pt x="15244" y="11045"/>
                    <a:pt x="15209" y="10887"/>
                    <a:pt x="15157" y="10713"/>
                  </a:cubicBezTo>
                  <a:cubicBezTo>
                    <a:pt x="15075" y="10455"/>
                    <a:pt x="14876" y="10345"/>
                    <a:pt x="14674" y="10345"/>
                  </a:cubicBezTo>
                  <a:cubicBezTo>
                    <a:pt x="14356" y="10345"/>
                    <a:pt x="14032" y="10620"/>
                    <a:pt x="14160" y="11027"/>
                  </a:cubicBezTo>
                  <a:cubicBezTo>
                    <a:pt x="15026" y="13791"/>
                    <a:pt x="12849" y="16276"/>
                    <a:pt x="10317" y="16276"/>
                  </a:cubicBezTo>
                  <a:cubicBezTo>
                    <a:pt x="9677" y="16276"/>
                    <a:pt x="9015" y="16117"/>
                    <a:pt x="8374" y="15765"/>
                  </a:cubicBezTo>
                  <a:lnTo>
                    <a:pt x="9143" y="15625"/>
                  </a:lnTo>
                  <a:cubicBezTo>
                    <a:pt x="9787" y="15509"/>
                    <a:pt x="9667" y="14583"/>
                    <a:pt x="9063" y="14583"/>
                  </a:cubicBezTo>
                  <a:cubicBezTo>
                    <a:pt x="9027" y="14583"/>
                    <a:pt x="8990" y="14587"/>
                    <a:pt x="8951" y="14593"/>
                  </a:cubicBezTo>
                  <a:lnTo>
                    <a:pt x="7010" y="14943"/>
                  </a:lnTo>
                  <a:cubicBezTo>
                    <a:pt x="6713" y="14978"/>
                    <a:pt x="6521" y="15258"/>
                    <a:pt x="6573" y="15555"/>
                  </a:cubicBezTo>
                  <a:lnTo>
                    <a:pt x="6923" y="17495"/>
                  </a:lnTo>
                  <a:cubicBezTo>
                    <a:pt x="6958" y="17740"/>
                    <a:pt x="7168" y="17932"/>
                    <a:pt x="7430" y="17932"/>
                  </a:cubicBezTo>
                  <a:lnTo>
                    <a:pt x="7517" y="17932"/>
                  </a:lnTo>
                  <a:cubicBezTo>
                    <a:pt x="7815" y="17880"/>
                    <a:pt x="8007" y="17618"/>
                    <a:pt x="7954" y="17320"/>
                  </a:cubicBezTo>
                  <a:lnTo>
                    <a:pt x="7849" y="16691"/>
                  </a:lnTo>
                  <a:lnTo>
                    <a:pt x="7849" y="16691"/>
                  </a:lnTo>
                  <a:cubicBezTo>
                    <a:pt x="8646" y="17133"/>
                    <a:pt x="9485" y="17335"/>
                    <a:pt x="10303" y="17335"/>
                  </a:cubicBezTo>
                  <a:cubicBezTo>
                    <a:pt x="12949" y="17335"/>
                    <a:pt x="15371" y="15220"/>
                    <a:pt x="15384" y="12268"/>
                  </a:cubicBezTo>
                  <a:lnTo>
                    <a:pt x="15926" y="12268"/>
                  </a:lnTo>
                  <a:cubicBezTo>
                    <a:pt x="15948" y="12269"/>
                    <a:pt x="15970" y="12269"/>
                    <a:pt x="15992" y="12269"/>
                  </a:cubicBezTo>
                  <a:cubicBezTo>
                    <a:pt x="17712" y="12269"/>
                    <a:pt x="19162" y="10935"/>
                    <a:pt x="19300" y="9209"/>
                  </a:cubicBezTo>
                  <a:cubicBezTo>
                    <a:pt x="19422" y="7444"/>
                    <a:pt x="18163" y="5888"/>
                    <a:pt x="16433" y="5660"/>
                  </a:cubicBezTo>
                  <a:lnTo>
                    <a:pt x="16433" y="5433"/>
                  </a:lnTo>
                  <a:cubicBezTo>
                    <a:pt x="16419" y="3116"/>
                    <a:pt x="14512" y="1409"/>
                    <a:pt x="12395" y="1409"/>
                  </a:cubicBezTo>
                  <a:cubicBezTo>
                    <a:pt x="11828" y="1409"/>
                    <a:pt x="11246" y="1531"/>
                    <a:pt x="10681" y="1797"/>
                  </a:cubicBezTo>
                  <a:cubicBezTo>
                    <a:pt x="9771" y="556"/>
                    <a:pt x="8476" y="1"/>
                    <a:pt x="71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7" name="Google Shape;297;p31"/>
          <p:cNvGrpSpPr/>
          <p:nvPr/>
        </p:nvGrpSpPr>
        <p:grpSpPr>
          <a:xfrm>
            <a:off x="524741" y="319401"/>
            <a:ext cx="1149900" cy="1149900"/>
            <a:chOff x="783766" y="1851351"/>
            <a:chExt cx="1149900" cy="1149900"/>
          </a:xfrm>
        </p:grpSpPr>
        <p:sp>
          <p:nvSpPr>
            <p:cNvPr id="298" name="Google Shape;298;p31"/>
            <p:cNvSpPr/>
            <p:nvPr/>
          </p:nvSpPr>
          <p:spPr>
            <a:xfrm>
              <a:off x="783766" y="1851351"/>
              <a:ext cx="1149900" cy="114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9" name="Google Shape;299;p31"/>
            <p:cNvGrpSpPr/>
            <p:nvPr/>
          </p:nvGrpSpPr>
          <p:grpSpPr>
            <a:xfrm>
              <a:off x="1007976" y="2192980"/>
              <a:ext cx="701684" cy="466733"/>
              <a:chOff x="3992088" y="1299025"/>
              <a:chExt cx="486875" cy="323850"/>
            </a:xfrm>
          </p:grpSpPr>
          <p:sp>
            <p:nvSpPr>
              <p:cNvPr id="300" name="Google Shape;300;p31"/>
              <p:cNvSpPr/>
              <p:nvPr/>
            </p:nvSpPr>
            <p:spPr>
              <a:xfrm>
                <a:off x="3992088" y="1299025"/>
                <a:ext cx="48687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19475" h="12954" extrusionOk="0">
                    <a:moveTo>
                      <a:pt x="12097" y="1381"/>
                    </a:moveTo>
                    <a:cubicBezTo>
                      <a:pt x="12080" y="1416"/>
                      <a:pt x="12080" y="1451"/>
                      <a:pt x="12062" y="1469"/>
                    </a:cubicBezTo>
                    <a:cubicBezTo>
                      <a:pt x="11940" y="1836"/>
                      <a:pt x="11835" y="2203"/>
                      <a:pt x="11783" y="2570"/>
                    </a:cubicBezTo>
                    <a:lnTo>
                      <a:pt x="10751" y="2570"/>
                    </a:lnTo>
                    <a:cubicBezTo>
                      <a:pt x="11083" y="2063"/>
                      <a:pt x="11555" y="1644"/>
                      <a:pt x="12097" y="1381"/>
                    </a:cubicBezTo>
                    <a:close/>
                    <a:moveTo>
                      <a:pt x="13548" y="1049"/>
                    </a:moveTo>
                    <a:cubicBezTo>
                      <a:pt x="13601" y="1049"/>
                      <a:pt x="13828" y="1224"/>
                      <a:pt x="14055" y="1888"/>
                    </a:cubicBezTo>
                    <a:cubicBezTo>
                      <a:pt x="14143" y="2116"/>
                      <a:pt x="14195" y="2343"/>
                      <a:pt x="14247" y="2570"/>
                    </a:cubicBezTo>
                    <a:lnTo>
                      <a:pt x="12849" y="2570"/>
                    </a:lnTo>
                    <a:cubicBezTo>
                      <a:pt x="12901" y="2343"/>
                      <a:pt x="12954" y="2116"/>
                      <a:pt x="13041" y="1888"/>
                    </a:cubicBezTo>
                    <a:cubicBezTo>
                      <a:pt x="13251" y="1224"/>
                      <a:pt x="13496" y="1067"/>
                      <a:pt x="13548" y="1049"/>
                    </a:cubicBezTo>
                    <a:close/>
                    <a:moveTo>
                      <a:pt x="14999" y="1381"/>
                    </a:moveTo>
                    <a:lnTo>
                      <a:pt x="14999" y="1381"/>
                    </a:lnTo>
                    <a:cubicBezTo>
                      <a:pt x="15541" y="1661"/>
                      <a:pt x="16013" y="2063"/>
                      <a:pt x="16345" y="2570"/>
                    </a:cubicBezTo>
                    <a:lnTo>
                      <a:pt x="15314" y="2570"/>
                    </a:lnTo>
                    <a:cubicBezTo>
                      <a:pt x="15261" y="2203"/>
                      <a:pt x="15156" y="1836"/>
                      <a:pt x="15034" y="1486"/>
                    </a:cubicBezTo>
                    <a:cubicBezTo>
                      <a:pt x="15034" y="1451"/>
                      <a:pt x="15017" y="1416"/>
                      <a:pt x="14999" y="1381"/>
                    </a:cubicBezTo>
                    <a:close/>
                    <a:moveTo>
                      <a:pt x="6993" y="1049"/>
                    </a:moveTo>
                    <a:lnTo>
                      <a:pt x="6993" y="3497"/>
                    </a:lnTo>
                    <a:lnTo>
                      <a:pt x="1049" y="3497"/>
                    </a:lnTo>
                    <a:lnTo>
                      <a:pt x="1049" y="1049"/>
                    </a:lnTo>
                    <a:close/>
                    <a:moveTo>
                      <a:pt x="11643" y="3619"/>
                    </a:moveTo>
                    <a:cubicBezTo>
                      <a:pt x="11625" y="3864"/>
                      <a:pt x="11625" y="4126"/>
                      <a:pt x="11625" y="4371"/>
                    </a:cubicBezTo>
                    <a:cubicBezTo>
                      <a:pt x="11625" y="4633"/>
                      <a:pt x="11625" y="4895"/>
                      <a:pt x="11643" y="5140"/>
                    </a:cubicBezTo>
                    <a:lnTo>
                      <a:pt x="10314" y="5140"/>
                    </a:lnTo>
                    <a:cubicBezTo>
                      <a:pt x="10244" y="4895"/>
                      <a:pt x="10227" y="4633"/>
                      <a:pt x="10227" y="4371"/>
                    </a:cubicBezTo>
                    <a:cubicBezTo>
                      <a:pt x="10227" y="4126"/>
                      <a:pt x="10244" y="3864"/>
                      <a:pt x="10314" y="3619"/>
                    </a:cubicBezTo>
                    <a:close/>
                    <a:moveTo>
                      <a:pt x="14387" y="3619"/>
                    </a:moveTo>
                    <a:cubicBezTo>
                      <a:pt x="14422" y="3864"/>
                      <a:pt x="14422" y="4126"/>
                      <a:pt x="14422" y="4371"/>
                    </a:cubicBezTo>
                    <a:cubicBezTo>
                      <a:pt x="14422" y="4633"/>
                      <a:pt x="14422" y="4895"/>
                      <a:pt x="14387" y="5140"/>
                    </a:cubicBezTo>
                    <a:lnTo>
                      <a:pt x="12709" y="5140"/>
                    </a:lnTo>
                    <a:cubicBezTo>
                      <a:pt x="12692" y="4895"/>
                      <a:pt x="12674" y="4633"/>
                      <a:pt x="12674" y="4371"/>
                    </a:cubicBezTo>
                    <a:cubicBezTo>
                      <a:pt x="12674" y="4126"/>
                      <a:pt x="12674" y="3864"/>
                      <a:pt x="12709" y="3619"/>
                    </a:cubicBezTo>
                    <a:close/>
                    <a:moveTo>
                      <a:pt x="16782" y="3619"/>
                    </a:moveTo>
                    <a:cubicBezTo>
                      <a:pt x="16852" y="3864"/>
                      <a:pt x="16870" y="4126"/>
                      <a:pt x="16870" y="4371"/>
                    </a:cubicBezTo>
                    <a:cubicBezTo>
                      <a:pt x="16870" y="4633"/>
                      <a:pt x="16852" y="4895"/>
                      <a:pt x="16782" y="5140"/>
                    </a:cubicBezTo>
                    <a:lnTo>
                      <a:pt x="15454" y="5140"/>
                    </a:lnTo>
                    <a:cubicBezTo>
                      <a:pt x="15471" y="4895"/>
                      <a:pt x="15471" y="4633"/>
                      <a:pt x="15471" y="4371"/>
                    </a:cubicBezTo>
                    <a:cubicBezTo>
                      <a:pt x="15471" y="4126"/>
                      <a:pt x="15471" y="3864"/>
                      <a:pt x="15454" y="3619"/>
                    </a:cubicBezTo>
                    <a:close/>
                    <a:moveTo>
                      <a:pt x="6993" y="4545"/>
                    </a:moveTo>
                    <a:lnTo>
                      <a:pt x="6993" y="5612"/>
                    </a:lnTo>
                    <a:lnTo>
                      <a:pt x="1049" y="5612"/>
                    </a:lnTo>
                    <a:lnTo>
                      <a:pt x="1049" y="4545"/>
                    </a:lnTo>
                    <a:close/>
                    <a:moveTo>
                      <a:pt x="11783" y="6189"/>
                    </a:moveTo>
                    <a:cubicBezTo>
                      <a:pt x="11835" y="6556"/>
                      <a:pt x="11940" y="6923"/>
                      <a:pt x="12062" y="7273"/>
                    </a:cubicBezTo>
                    <a:cubicBezTo>
                      <a:pt x="12062" y="7308"/>
                      <a:pt x="12080" y="7342"/>
                      <a:pt x="12097" y="7377"/>
                    </a:cubicBezTo>
                    <a:cubicBezTo>
                      <a:pt x="11555" y="7098"/>
                      <a:pt x="11083" y="6696"/>
                      <a:pt x="10751" y="6189"/>
                    </a:cubicBezTo>
                    <a:close/>
                    <a:moveTo>
                      <a:pt x="16328" y="6189"/>
                    </a:moveTo>
                    <a:cubicBezTo>
                      <a:pt x="16013" y="6696"/>
                      <a:pt x="15541" y="7098"/>
                      <a:pt x="14999" y="7377"/>
                    </a:cubicBezTo>
                    <a:cubicBezTo>
                      <a:pt x="14999" y="7342"/>
                      <a:pt x="15017" y="7308"/>
                      <a:pt x="15034" y="7273"/>
                    </a:cubicBezTo>
                    <a:cubicBezTo>
                      <a:pt x="15156" y="6923"/>
                      <a:pt x="15261" y="6556"/>
                      <a:pt x="15314" y="6189"/>
                    </a:cubicBezTo>
                    <a:close/>
                    <a:moveTo>
                      <a:pt x="4633" y="6643"/>
                    </a:moveTo>
                    <a:lnTo>
                      <a:pt x="4790" y="7710"/>
                    </a:lnTo>
                    <a:lnTo>
                      <a:pt x="3234" y="7710"/>
                    </a:lnTo>
                    <a:lnTo>
                      <a:pt x="3409" y="6643"/>
                    </a:lnTo>
                    <a:close/>
                    <a:moveTo>
                      <a:pt x="14247" y="6189"/>
                    </a:moveTo>
                    <a:cubicBezTo>
                      <a:pt x="14195" y="6416"/>
                      <a:pt x="14143" y="6643"/>
                      <a:pt x="14055" y="6870"/>
                    </a:cubicBezTo>
                    <a:cubicBezTo>
                      <a:pt x="13828" y="7535"/>
                      <a:pt x="13601" y="7692"/>
                      <a:pt x="13548" y="7710"/>
                    </a:cubicBezTo>
                    <a:cubicBezTo>
                      <a:pt x="13496" y="7710"/>
                      <a:pt x="13268" y="7535"/>
                      <a:pt x="13041" y="6870"/>
                    </a:cubicBezTo>
                    <a:cubicBezTo>
                      <a:pt x="12954" y="6643"/>
                      <a:pt x="12901" y="6416"/>
                      <a:pt x="12849" y="6189"/>
                    </a:cubicBezTo>
                    <a:close/>
                    <a:moveTo>
                      <a:pt x="16870" y="8758"/>
                    </a:moveTo>
                    <a:lnTo>
                      <a:pt x="16870" y="11888"/>
                    </a:lnTo>
                    <a:lnTo>
                      <a:pt x="1049" y="11888"/>
                    </a:lnTo>
                    <a:lnTo>
                      <a:pt x="1049" y="8758"/>
                    </a:lnTo>
                    <a:close/>
                    <a:moveTo>
                      <a:pt x="525" y="0"/>
                    </a:moveTo>
                    <a:cubicBezTo>
                      <a:pt x="245" y="0"/>
                      <a:pt x="0" y="245"/>
                      <a:pt x="0" y="525"/>
                    </a:cubicBezTo>
                    <a:lnTo>
                      <a:pt x="0" y="6136"/>
                    </a:lnTo>
                    <a:cubicBezTo>
                      <a:pt x="0" y="6416"/>
                      <a:pt x="245" y="6661"/>
                      <a:pt x="525" y="6661"/>
                    </a:cubicBezTo>
                    <a:lnTo>
                      <a:pt x="2360" y="6661"/>
                    </a:lnTo>
                    <a:lnTo>
                      <a:pt x="2185" y="7710"/>
                    </a:lnTo>
                    <a:lnTo>
                      <a:pt x="525" y="7710"/>
                    </a:lnTo>
                    <a:cubicBezTo>
                      <a:pt x="227" y="7710"/>
                      <a:pt x="0" y="7937"/>
                      <a:pt x="0" y="8234"/>
                    </a:cubicBezTo>
                    <a:lnTo>
                      <a:pt x="0" y="12430"/>
                    </a:lnTo>
                    <a:cubicBezTo>
                      <a:pt x="0" y="12709"/>
                      <a:pt x="227" y="12954"/>
                      <a:pt x="525" y="12954"/>
                    </a:cubicBezTo>
                    <a:lnTo>
                      <a:pt x="17394" y="12954"/>
                    </a:lnTo>
                    <a:cubicBezTo>
                      <a:pt x="17691" y="12954"/>
                      <a:pt x="17919" y="12709"/>
                      <a:pt x="17919" y="12430"/>
                    </a:cubicBezTo>
                    <a:lnTo>
                      <a:pt x="17919" y="8234"/>
                    </a:lnTo>
                    <a:cubicBezTo>
                      <a:pt x="17919" y="7937"/>
                      <a:pt x="17691" y="7710"/>
                      <a:pt x="17394" y="7710"/>
                    </a:cubicBezTo>
                    <a:lnTo>
                      <a:pt x="16398" y="7710"/>
                    </a:lnTo>
                    <a:cubicBezTo>
                      <a:pt x="19474" y="5070"/>
                      <a:pt x="17604" y="18"/>
                      <a:pt x="13548" y="18"/>
                    </a:cubicBezTo>
                    <a:cubicBezTo>
                      <a:pt x="9492" y="18"/>
                      <a:pt x="7622" y="5070"/>
                      <a:pt x="10716" y="7710"/>
                    </a:cubicBezTo>
                    <a:lnTo>
                      <a:pt x="5874" y="7710"/>
                    </a:lnTo>
                    <a:lnTo>
                      <a:pt x="5699" y="6661"/>
                    </a:lnTo>
                    <a:lnTo>
                      <a:pt x="7517" y="6661"/>
                    </a:lnTo>
                    <a:cubicBezTo>
                      <a:pt x="7814" y="6661"/>
                      <a:pt x="8059" y="6416"/>
                      <a:pt x="8059" y="6136"/>
                    </a:cubicBezTo>
                    <a:lnTo>
                      <a:pt x="8059" y="525"/>
                    </a:lnTo>
                    <a:cubicBezTo>
                      <a:pt x="8042" y="245"/>
                      <a:pt x="7814" y="0"/>
                      <a:pt x="75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31"/>
              <p:cNvSpPr/>
              <p:nvPr/>
            </p:nvSpPr>
            <p:spPr>
              <a:xfrm>
                <a:off x="4040163" y="1544200"/>
                <a:ext cx="30600" cy="26150"/>
              </a:xfrm>
              <a:custGeom>
                <a:avLst/>
                <a:gdLst/>
                <a:ahLst/>
                <a:cxnLst/>
                <a:rect l="l" t="t" r="r" b="b"/>
                <a:pathLst>
                  <a:path w="1224" h="1046" extrusionOk="0">
                    <a:moveTo>
                      <a:pt x="699" y="0"/>
                    </a:moveTo>
                    <a:cubicBezTo>
                      <a:pt x="227" y="0"/>
                      <a:pt x="0" y="560"/>
                      <a:pt x="332" y="892"/>
                    </a:cubicBezTo>
                    <a:cubicBezTo>
                      <a:pt x="439" y="998"/>
                      <a:pt x="569" y="1046"/>
                      <a:pt x="696" y="1046"/>
                    </a:cubicBezTo>
                    <a:cubicBezTo>
                      <a:pt x="966" y="1046"/>
                      <a:pt x="1224" y="834"/>
                      <a:pt x="1224" y="525"/>
                    </a:cubicBezTo>
                    <a:cubicBezTo>
                      <a:pt x="1224" y="228"/>
                      <a:pt x="997" y="0"/>
                      <a:pt x="6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31"/>
              <p:cNvSpPr/>
              <p:nvPr/>
            </p:nvSpPr>
            <p:spPr>
              <a:xfrm>
                <a:off x="4092588" y="1544200"/>
                <a:ext cx="30625" cy="26150"/>
              </a:xfrm>
              <a:custGeom>
                <a:avLst/>
                <a:gdLst/>
                <a:ahLst/>
                <a:cxnLst/>
                <a:rect l="l" t="t" r="r" b="b"/>
                <a:pathLst>
                  <a:path w="1225" h="1046" extrusionOk="0">
                    <a:moveTo>
                      <a:pt x="700" y="0"/>
                    </a:moveTo>
                    <a:cubicBezTo>
                      <a:pt x="228" y="0"/>
                      <a:pt x="1" y="560"/>
                      <a:pt x="333" y="892"/>
                    </a:cubicBezTo>
                    <a:cubicBezTo>
                      <a:pt x="439" y="998"/>
                      <a:pt x="569" y="1046"/>
                      <a:pt x="697" y="1046"/>
                    </a:cubicBezTo>
                    <a:cubicBezTo>
                      <a:pt x="966" y="1046"/>
                      <a:pt x="1225" y="834"/>
                      <a:pt x="1225" y="525"/>
                    </a:cubicBezTo>
                    <a:cubicBezTo>
                      <a:pt x="1225" y="228"/>
                      <a:pt x="997" y="0"/>
                      <a:pt x="7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31"/>
              <p:cNvSpPr/>
              <p:nvPr/>
            </p:nvSpPr>
            <p:spPr>
              <a:xfrm>
                <a:off x="4256488" y="1544200"/>
                <a:ext cx="134625" cy="26250"/>
              </a:xfrm>
              <a:custGeom>
                <a:avLst/>
                <a:gdLst/>
                <a:ahLst/>
                <a:cxnLst/>
                <a:rect l="l" t="t" r="r" b="b"/>
                <a:pathLst>
                  <a:path w="5385" h="1050" extrusionOk="0">
                    <a:moveTo>
                      <a:pt x="525" y="0"/>
                    </a:moveTo>
                    <a:cubicBezTo>
                      <a:pt x="228" y="0"/>
                      <a:pt x="0" y="228"/>
                      <a:pt x="0" y="525"/>
                    </a:cubicBezTo>
                    <a:cubicBezTo>
                      <a:pt x="0" y="804"/>
                      <a:pt x="228" y="1049"/>
                      <a:pt x="525" y="1049"/>
                    </a:cubicBezTo>
                    <a:lnTo>
                      <a:pt x="4720" y="1049"/>
                    </a:lnTo>
                    <a:cubicBezTo>
                      <a:pt x="5385" y="997"/>
                      <a:pt x="5385" y="35"/>
                      <a:pt x="47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5" name="Picture 2" descr="RV TechLear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730" y="119664"/>
            <a:ext cx="913681" cy="91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9775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5"/>
          <p:cNvSpPr txBox="1">
            <a:spLocks noGrp="1"/>
          </p:cNvSpPr>
          <p:nvPr>
            <p:ph type="title"/>
          </p:nvPr>
        </p:nvSpPr>
        <p:spPr>
          <a:xfrm>
            <a:off x="730825" y="535650"/>
            <a:ext cx="7682400" cy="4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STEP 1: Create an SNS topic</a:t>
            </a:r>
            <a:endParaRPr dirty="0"/>
          </a:p>
        </p:txBody>
      </p:sp>
      <p:cxnSp>
        <p:nvCxnSpPr>
          <p:cNvPr id="374" name="Google Shape;374;p35"/>
          <p:cNvCxnSpPr/>
          <p:nvPr/>
        </p:nvCxnSpPr>
        <p:spPr>
          <a:xfrm>
            <a:off x="3141450" y="1033750"/>
            <a:ext cx="2861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58057" y="1219735"/>
            <a:ext cx="70278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 smtClean="0">
                <a:sym typeface="Wingdings" panose="05000000000000000000" pitchFamily="2" charset="2"/>
              </a:rPr>
              <a:t> </a:t>
            </a:r>
            <a:r>
              <a:rPr lang="en-US" altLang="en-US" dirty="0" smtClean="0"/>
              <a:t>Go </a:t>
            </a:r>
            <a:r>
              <a:rPr lang="en-US" altLang="en-US" dirty="0"/>
              <a:t>to SNS in the AWS </a:t>
            </a:r>
            <a:r>
              <a:rPr lang="en-US" altLang="en-US" dirty="0" smtClean="0"/>
              <a:t>Console </a:t>
            </a:r>
            <a:r>
              <a:rPr lang="en-US" altLang="en-US" dirty="0" smtClean="0">
                <a:sym typeface="Wingdings" panose="05000000000000000000" pitchFamily="2" charset="2"/>
              </a:rPr>
              <a:t> </a:t>
            </a:r>
            <a:r>
              <a:rPr lang="en-US" altLang="en-US" dirty="0" smtClean="0"/>
              <a:t>Create </a:t>
            </a:r>
            <a:r>
              <a:rPr lang="en-US" altLang="en-US" dirty="0"/>
              <a:t>a new topic with type "Standard"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 smtClean="0">
                <a:sym typeface="Wingdings" panose="05000000000000000000" pitchFamily="2" charset="2"/>
              </a:rPr>
              <a:t> </a:t>
            </a:r>
            <a:r>
              <a:rPr lang="en-US" altLang="en-US" dirty="0" smtClean="0"/>
              <a:t>Name </a:t>
            </a:r>
            <a:r>
              <a:rPr lang="en-US" altLang="en-US" dirty="0"/>
              <a:t>the topic (e.g., </a:t>
            </a:r>
            <a:r>
              <a:rPr lang="en-US" altLang="en-US" dirty="0" smtClean="0"/>
              <a:t>S3EventTopic) </a:t>
            </a:r>
            <a:r>
              <a:rPr lang="en-US" altLang="en-US" dirty="0" smtClean="0">
                <a:sym typeface="Wingdings" panose="05000000000000000000" pitchFamily="2" charset="2"/>
              </a:rPr>
              <a:t></a:t>
            </a:r>
            <a:r>
              <a:rPr lang="en-US" altLang="en-US" dirty="0" smtClean="0"/>
              <a:t>Copy </a:t>
            </a:r>
            <a:r>
              <a:rPr lang="en-US" altLang="en-US" dirty="0"/>
              <a:t>the ARN of the </a:t>
            </a:r>
            <a:r>
              <a:rPr lang="en-US" altLang="en-US" dirty="0" smtClean="0"/>
              <a:t>topic</a:t>
            </a:r>
            <a:endParaRPr lang="en-US" alt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117" y="1804510"/>
            <a:ext cx="8825140" cy="3170261"/>
          </a:xfrm>
          <a:prstGeom prst="rect">
            <a:avLst/>
          </a:prstGeom>
        </p:spPr>
      </p:pic>
      <p:pic>
        <p:nvPicPr>
          <p:cNvPr id="6" name="Picture 2" descr="RV TechLear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730" y="119664"/>
            <a:ext cx="913681" cy="91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82577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5"/>
          <p:cNvSpPr txBox="1">
            <a:spLocks noGrp="1"/>
          </p:cNvSpPr>
          <p:nvPr>
            <p:ph type="title"/>
          </p:nvPr>
        </p:nvSpPr>
        <p:spPr>
          <a:xfrm>
            <a:off x="730825" y="535650"/>
            <a:ext cx="7682400" cy="4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dirty="0" smtClean="0"/>
              <a:t>STEP 2: </a:t>
            </a:r>
            <a:r>
              <a:rPr lang="en-US" b="1" dirty="0"/>
              <a:t>Subscribe to the SNS </a:t>
            </a:r>
            <a:r>
              <a:rPr lang="en-US" b="1" dirty="0" smtClean="0"/>
              <a:t>Topic</a:t>
            </a:r>
            <a:endParaRPr dirty="0"/>
          </a:p>
        </p:txBody>
      </p:sp>
      <p:cxnSp>
        <p:nvCxnSpPr>
          <p:cNvPr id="374" name="Google Shape;374;p35"/>
          <p:cNvCxnSpPr/>
          <p:nvPr/>
        </p:nvCxnSpPr>
        <p:spPr>
          <a:xfrm>
            <a:off x="3141450" y="1033750"/>
            <a:ext cx="2861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58057" y="1219735"/>
            <a:ext cx="685155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27000" indent="0">
              <a:buNone/>
            </a:pP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smtClean="0"/>
              <a:t>Create </a:t>
            </a:r>
            <a:r>
              <a:rPr lang="en-US" dirty="0"/>
              <a:t>a new subscription (e.g., </a:t>
            </a:r>
            <a:r>
              <a:rPr lang="en-US" dirty="0" smtClean="0"/>
              <a:t>Email)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Provide </a:t>
            </a:r>
            <a:r>
              <a:rPr lang="en-US" dirty="0"/>
              <a:t>a valid email </a:t>
            </a:r>
            <a:r>
              <a:rPr lang="en-US" dirty="0" smtClean="0"/>
              <a:t>address </a:t>
            </a:r>
          </a:p>
          <a:p>
            <a:pPr marL="127000" indent="0">
              <a:buNone/>
            </a:pP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Confirm </a:t>
            </a:r>
            <a:r>
              <a:rPr lang="en-US" dirty="0"/>
              <a:t>the subscription via email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28" y="1804511"/>
            <a:ext cx="8730343" cy="3181146"/>
          </a:xfrm>
          <a:prstGeom prst="rect">
            <a:avLst/>
          </a:prstGeom>
        </p:spPr>
      </p:pic>
      <p:pic>
        <p:nvPicPr>
          <p:cNvPr id="9" name="Picture 2" descr="RV TechLear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730" y="119664"/>
            <a:ext cx="913681" cy="91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41265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5"/>
          <p:cNvSpPr txBox="1">
            <a:spLocks noGrp="1"/>
          </p:cNvSpPr>
          <p:nvPr>
            <p:ph type="title"/>
          </p:nvPr>
        </p:nvSpPr>
        <p:spPr>
          <a:xfrm>
            <a:off x="730825" y="535650"/>
            <a:ext cx="7682400" cy="4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dirty="0" smtClean="0"/>
              <a:t>STEP 3: Mail Confirmation </a:t>
            </a:r>
            <a:endParaRPr dirty="0"/>
          </a:p>
        </p:txBody>
      </p:sp>
      <p:cxnSp>
        <p:nvCxnSpPr>
          <p:cNvPr id="374" name="Google Shape;374;p35"/>
          <p:cNvCxnSpPr/>
          <p:nvPr/>
        </p:nvCxnSpPr>
        <p:spPr>
          <a:xfrm>
            <a:off x="3141450" y="1033750"/>
            <a:ext cx="2861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58057" y="1219735"/>
            <a:ext cx="683392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27000" indent="0">
              <a:buNone/>
            </a:pP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 smtClean="0"/>
              <a:t>Open the mail inbox provided above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Open the confirmation mail sent</a:t>
            </a:r>
          </a:p>
          <a:p>
            <a:pPr marL="127000" indent="0">
              <a:buNone/>
            </a:pPr>
            <a:r>
              <a:rPr lang="en-US" dirty="0" smtClean="0">
                <a:sym typeface="Wingdings" panose="05000000000000000000" pitchFamily="2" charset="2"/>
              </a:rPr>
              <a:t> Click on confirm mail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714" y="1804510"/>
            <a:ext cx="8719457" cy="3104947"/>
          </a:xfrm>
          <a:prstGeom prst="rect">
            <a:avLst/>
          </a:prstGeom>
        </p:spPr>
      </p:pic>
      <p:pic>
        <p:nvPicPr>
          <p:cNvPr id="9" name="Picture 2" descr="RV TechLear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730" y="119664"/>
            <a:ext cx="913681" cy="91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7573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29" y="261257"/>
            <a:ext cx="7805057" cy="4593772"/>
          </a:xfrm>
          <a:prstGeom prst="rect">
            <a:avLst/>
          </a:prstGeom>
        </p:spPr>
      </p:pic>
      <p:pic>
        <p:nvPicPr>
          <p:cNvPr id="9" name="Picture 2" descr="RV TechLear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730" y="119664"/>
            <a:ext cx="913681" cy="91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5609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5"/>
          <p:cNvSpPr txBox="1">
            <a:spLocks noGrp="1"/>
          </p:cNvSpPr>
          <p:nvPr>
            <p:ph type="title"/>
          </p:nvPr>
        </p:nvSpPr>
        <p:spPr>
          <a:xfrm>
            <a:off x="730825" y="535650"/>
            <a:ext cx="7682400" cy="4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dirty="0" smtClean="0"/>
              <a:t>STEP 5: </a:t>
            </a:r>
            <a:r>
              <a:rPr lang="en-US" b="1" dirty="0"/>
              <a:t>Create or Choose an S3 Bucket</a:t>
            </a:r>
            <a:r>
              <a:rPr lang="en-US" dirty="0" smtClean="0"/>
              <a:t> </a:t>
            </a:r>
            <a:endParaRPr dirty="0"/>
          </a:p>
        </p:txBody>
      </p:sp>
      <p:cxnSp>
        <p:nvCxnSpPr>
          <p:cNvPr id="374" name="Google Shape;374;p35"/>
          <p:cNvCxnSpPr/>
          <p:nvPr/>
        </p:nvCxnSpPr>
        <p:spPr>
          <a:xfrm>
            <a:off x="3141450" y="1033750"/>
            <a:ext cx="2861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51229" y="1126743"/>
            <a:ext cx="76722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27000" indent="0">
              <a:buNone/>
            </a:pPr>
            <a:r>
              <a:rPr lang="en-US" b="1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Navigate </a:t>
            </a:r>
            <a:r>
              <a:rPr lang="en-US" dirty="0"/>
              <a:t>to S3 in the AWS </a:t>
            </a:r>
            <a:r>
              <a:rPr lang="en-US" dirty="0" smtClean="0"/>
              <a:t>Console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Either </a:t>
            </a:r>
            <a:r>
              <a:rPr lang="en-US" dirty="0"/>
              <a:t>create a new bucket or use an existing one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371" y="1711519"/>
            <a:ext cx="8762999" cy="3230596"/>
          </a:xfrm>
          <a:prstGeom prst="rect">
            <a:avLst/>
          </a:prstGeom>
        </p:spPr>
      </p:pic>
      <p:pic>
        <p:nvPicPr>
          <p:cNvPr id="8" name="Picture 2" descr="RV TechLear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730" y="32576"/>
            <a:ext cx="913681" cy="91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0093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43" y="774557"/>
            <a:ext cx="7970787" cy="4156671"/>
          </a:xfrm>
          <a:prstGeom prst="rect">
            <a:avLst/>
          </a:prstGeom>
        </p:spPr>
      </p:pic>
      <p:sp>
        <p:nvSpPr>
          <p:cNvPr id="4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5943" y="323779"/>
            <a:ext cx="767228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27000" indent="0">
              <a:buNone/>
            </a:pPr>
            <a:r>
              <a:rPr lang="en-US" b="1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Copy and save ARN number of bucket </a:t>
            </a:r>
            <a:r>
              <a:rPr lang="en-US" dirty="0" smtClean="0">
                <a:sym typeface="Wingdings" panose="05000000000000000000" pitchFamily="2" charset="2"/>
              </a:rPr>
              <a:t> Copy and save your AWS Account ID</a:t>
            </a:r>
            <a:endParaRPr lang="en-US" dirty="0"/>
          </a:p>
        </p:txBody>
      </p:sp>
      <p:pic>
        <p:nvPicPr>
          <p:cNvPr id="5" name="Picture 2" descr="RV TechLear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730" y="119664"/>
            <a:ext cx="913681" cy="91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90418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5"/>
          <p:cNvSpPr txBox="1">
            <a:spLocks noGrp="1"/>
          </p:cNvSpPr>
          <p:nvPr>
            <p:ph type="title"/>
          </p:nvPr>
        </p:nvSpPr>
        <p:spPr>
          <a:xfrm>
            <a:off x="730825" y="535650"/>
            <a:ext cx="7682400" cy="4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dirty="0" smtClean="0"/>
              <a:t>STEP 5: </a:t>
            </a:r>
            <a:r>
              <a:rPr lang="en-US" b="1" dirty="0" smtClean="0"/>
              <a:t>Editing SNS </a:t>
            </a:r>
            <a:r>
              <a:rPr lang="en-US" dirty="0"/>
              <a:t>A</a:t>
            </a:r>
            <a:r>
              <a:rPr lang="en-US" dirty="0" smtClean="0"/>
              <a:t>ccess </a:t>
            </a:r>
            <a:r>
              <a:rPr lang="en-US" dirty="0"/>
              <a:t>P</a:t>
            </a:r>
            <a:r>
              <a:rPr lang="en-US" dirty="0" smtClean="0"/>
              <a:t>olicy</a:t>
            </a:r>
            <a:r>
              <a:rPr lang="en-US" dirty="0" smtClean="0"/>
              <a:t> </a:t>
            </a:r>
            <a:endParaRPr dirty="0"/>
          </a:p>
        </p:txBody>
      </p:sp>
      <p:cxnSp>
        <p:nvCxnSpPr>
          <p:cNvPr id="374" name="Google Shape;374;p35"/>
          <p:cNvCxnSpPr/>
          <p:nvPr/>
        </p:nvCxnSpPr>
        <p:spPr>
          <a:xfrm>
            <a:off x="3141450" y="1033750"/>
            <a:ext cx="2861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51229" y="1126743"/>
            <a:ext cx="767228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27000" indent="0">
              <a:buNone/>
            </a:pPr>
            <a:r>
              <a:rPr lang="en-US" b="1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Navigate to Amazon SNS </a:t>
            </a:r>
            <a:r>
              <a:rPr lang="en-US" dirty="0" smtClean="0">
                <a:sym typeface="Wingdings" panose="05000000000000000000" pitchFamily="2" charset="2"/>
              </a:rPr>
              <a:t> </a:t>
            </a:r>
            <a:r>
              <a:rPr lang="en-US" dirty="0" smtClean="0"/>
              <a:t>Select your topic and click on edit to change access (Replace Topic ARN, Source ARN, </a:t>
            </a:r>
            <a:r>
              <a:rPr lang="en-US" dirty="0" err="1" smtClean="0"/>
              <a:t>Account_ID</a:t>
            </a:r>
            <a:r>
              <a:rPr lang="en-US" dirty="0" smtClean="0"/>
              <a:t>)policy </a:t>
            </a:r>
            <a:r>
              <a:rPr lang="en-US" dirty="0" smtClean="0">
                <a:sym typeface="Wingdings" panose="05000000000000000000" pitchFamily="2" charset="2"/>
              </a:rPr>
              <a:t> Save changes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99" y="1711518"/>
            <a:ext cx="8708571" cy="3241482"/>
          </a:xfrm>
          <a:prstGeom prst="rect">
            <a:avLst/>
          </a:prstGeom>
        </p:spPr>
      </p:pic>
      <p:pic>
        <p:nvPicPr>
          <p:cNvPr id="8" name="Picture 2" descr="RV TechLear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730" y="119664"/>
            <a:ext cx="913681" cy="91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1676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285" y="217714"/>
            <a:ext cx="8003445" cy="4702630"/>
          </a:xfrm>
          <a:prstGeom prst="rect">
            <a:avLst/>
          </a:prstGeom>
        </p:spPr>
      </p:pic>
      <p:pic>
        <p:nvPicPr>
          <p:cNvPr id="9" name="Picture 2" descr="RV TechLear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730" y="119664"/>
            <a:ext cx="913681" cy="91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23521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5"/>
          <p:cNvSpPr txBox="1">
            <a:spLocks noGrp="1"/>
          </p:cNvSpPr>
          <p:nvPr>
            <p:ph type="title"/>
          </p:nvPr>
        </p:nvSpPr>
        <p:spPr>
          <a:xfrm>
            <a:off x="730825" y="535650"/>
            <a:ext cx="7682400" cy="4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dirty="0" smtClean="0"/>
              <a:t>STEP 6: </a:t>
            </a:r>
            <a:r>
              <a:rPr lang="en-US" altLang="en-US" sz="3200" b="1" dirty="0" smtClean="0">
                <a:latin typeface="Arial" panose="020B0604020202020204" pitchFamily="34" charset="0"/>
              </a:rPr>
              <a:t>Configure </a:t>
            </a:r>
            <a:r>
              <a:rPr lang="en-US" altLang="en-US" sz="3200" b="1" dirty="0">
                <a:latin typeface="Arial" panose="020B0604020202020204" pitchFamily="34" charset="0"/>
              </a:rPr>
              <a:t>Event </a:t>
            </a:r>
            <a:r>
              <a:rPr lang="en-US" altLang="en-US" sz="3200" b="1" dirty="0" smtClean="0">
                <a:latin typeface="Arial" panose="020B0604020202020204" pitchFamily="34" charset="0"/>
              </a:rPr>
              <a:t>Notifications</a:t>
            </a:r>
            <a:endParaRPr dirty="0"/>
          </a:p>
        </p:txBody>
      </p:sp>
      <p:cxnSp>
        <p:nvCxnSpPr>
          <p:cNvPr id="374" name="Google Shape;374;p35"/>
          <p:cNvCxnSpPr/>
          <p:nvPr/>
        </p:nvCxnSpPr>
        <p:spPr>
          <a:xfrm>
            <a:off x="3141450" y="1033750"/>
            <a:ext cx="2861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7512" y="1172473"/>
            <a:ext cx="854965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 smtClean="0">
                <a:latin typeface="Jost" panose="020B0604020202020204" charset="0"/>
                <a:ea typeface="Jost" panose="020B0604020202020204" charset="0"/>
                <a:sym typeface="Wingdings" panose="05000000000000000000" pitchFamily="2" charset="2"/>
              </a:rPr>
              <a:t> </a:t>
            </a:r>
            <a:r>
              <a:rPr lang="en-US" altLang="en-US" sz="1400" dirty="0" smtClean="0">
                <a:latin typeface="Jost" panose="020B0604020202020204" charset="0"/>
                <a:ea typeface="Jost" panose="020B0604020202020204" charset="0"/>
              </a:rPr>
              <a:t>Create </a:t>
            </a:r>
            <a:r>
              <a:rPr lang="en-US" altLang="en-US" sz="1400" dirty="0">
                <a:latin typeface="Jost" panose="020B0604020202020204" charset="0"/>
                <a:ea typeface="Jost" panose="020B0604020202020204" charset="0"/>
              </a:rPr>
              <a:t>a new event </a:t>
            </a:r>
            <a:r>
              <a:rPr lang="en-US" altLang="en-US" sz="1400" dirty="0" smtClean="0">
                <a:latin typeface="Jost" panose="020B0604020202020204" charset="0"/>
                <a:ea typeface="Jost" panose="020B0604020202020204" charset="0"/>
              </a:rPr>
              <a:t>notification </a:t>
            </a:r>
            <a:r>
              <a:rPr lang="en-US" altLang="en-US" sz="1400" dirty="0" smtClean="0">
                <a:latin typeface="Jost" panose="020B0604020202020204" charset="0"/>
                <a:ea typeface="Jost" panose="020B0604020202020204" charset="0"/>
                <a:sym typeface="Wingdings" panose="05000000000000000000" pitchFamily="2" charset="2"/>
              </a:rPr>
              <a:t> </a:t>
            </a:r>
            <a:r>
              <a:rPr lang="en-US" altLang="en-US" sz="1400" dirty="0" smtClean="0">
                <a:latin typeface="Jost" panose="020B0604020202020204" charset="0"/>
                <a:ea typeface="Jost" panose="020B0604020202020204" charset="0"/>
              </a:rPr>
              <a:t>Name </a:t>
            </a:r>
            <a:r>
              <a:rPr lang="en-US" altLang="en-US" sz="1400" dirty="0">
                <a:latin typeface="Jost" panose="020B0604020202020204" charset="0"/>
                <a:ea typeface="Jost" panose="020B0604020202020204" charset="0"/>
              </a:rPr>
              <a:t>the event (e.g., </a:t>
            </a:r>
            <a:r>
              <a:rPr lang="en-US" altLang="en-US" sz="1400" dirty="0" err="1" smtClean="0">
                <a:latin typeface="Jost" panose="020B0604020202020204" charset="0"/>
                <a:ea typeface="Jost" panose="020B0604020202020204" charset="0"/>
              </a:rPr>
              <a:t>NewObjectEvent</a:t>
            </a:r>
            <a:r>
              <a:rPr lang="en-US" altLang="en-US" sz="1400" dirty="0" smtClean="0">
                <a:latin typeface="Jost" panose="020B0604020202020204" charset="0"/>
                <a:ea typeface="Jost" panose="020B0604020202020204" charset="0"/>
              </a:rPr>
              <a:t>) </a:t>
            </a:r>
            <a:r>
              <a:rPr lang="en-US" altLang="en-US" sz="1400" dirty="0" smtClean="0">
                <a:latin typeface="Jost" panose="020B0604020202020204" charset="0"/>
                <a:ea typeface="Jost" panose="020B0604020202020204" charset="0"/>
                <a:sym typeface="Wingdings" panose="05000000000000000000" pitchFamily="2" charset="2"/>
              </a:rPr>
              <a:t> </a:t>
            </a:r>
            <a:r>
              <a:rPr lang="en-US" altLang="en-US" sz="1400" dirty="0" smtClean="0">
                <a:latin typeface="Jost" panose="020B0604020202020204" charset="0"/>
                <a:ea typeface="Jost" panose="020B0604020202020204" charset="0"/>
              </a:rPr>
              <a:t>Event </a:t>
            </a:r>
            <a:r>
              <a:rPr lang="en-US" altLang="en-US" sz="1400" dirty="0">
                <a:latin typeface="Jost" panose="020B0604020202020204" charset="0"/>
                <a:ea typeface="Jost" panose="020B0604020202020204" charset="0"/>
              </a:rPr>
              <a:t>type: </a:t>
            </a:r>
            <a:r>
              <a:rPr lang="en-US" altLang="en-US" sz="1400" dirty="0" smtClean="0">
                <a:latin typeface="Jost" panose="020B0604020202020204" charset="0"/>
                <a:ea typeface="Jost" panose="020B0604020202020204" charset="0"/>
              </a:rPr>
              <a:t>PUT </a:t>
            </a:r>
            <a:r>
              <a:rPr lang="en-US" altLang="en-US" sz="1400" dirty="0" smtClean="0">
                <a:latin typeface="Jost" panose="020B0604020202020204" charset="0"/>
                <a:ea typeface="Jost" panose="020B0604020202020204" charset="0"/>
                <a:sym typeface="Wingdings" panose="05000000000000000000" pitchFamily="2" charset="2"/>
              </a:rPr>
              <a:t> </a:t>
            </a:r>
            <a:r>
              <a:rPr lang="en-US" altLang="en-US" sz="1400" dirty="0" smtClean="0">
                <a:latin typeface="Jost" panose="020B0604020202020204" charset="0"/>
                <a:ea typeface="Jost" panose="020B0604020202020204" charset="0"/>
              </a:rPr>
              <a:t>Destination</a:t>
            </a:r>
            <a:r>
              <a:rPr lang="en-US" altLang="en-US" sz="1400" dirty="0">
                <a:latin typeface="Jost" panose="020B0604020202020204" charset="0"/>
                <a:ea typeface="Jost" panose="020B0604020202020204" charset="0"/>
              </a:rPr>
              <a:t>: SNS </a:t>
            </a:r>
            <a:r>
              <a:rPr lang="en-US" altLang="en-US" sz="1400" dirty="0" smtClean="0">
                <a:latin typeface="Jost" panose="020B0604020202020204" charset="0"/>
                <a:ea typeface="Jost" panose="020B0604020202020204" charset="0"/>
              </a:rPr>
              <a:t>Topic </a:t>
            </a:r>
            <a:r>
              <a:rPr lang="en-US" altLang="en-US" sz="1400" dirty="0" smtClean="0">
                <a:latin typeface="Jost" panose="020B0604020202020204" charset="0"/>
                <a:ea typeface="Jost" panose="020B0604020202020204" charset="0"/>
                <a:sym typeface="Wingdings" panose="05000000000000000000" pitchFamily="2" charset="2"/>
              </a:rPr>
              <a:t> </a:t>
            </a:r>
            <a:r>
              <a:rPr lang="en-US" altLang="en-US" sz="1400" dirty="0" smtClean="0">
                <a:latin typeface="Jost" panose="020B0604020202020204" charset="0"/>
                <a:ea typeface="Jost" panose="020B0604020202020204" charset="0"/>
              </a:rPr>
              <a:t>Choose </a:t>
            </a:r>
            <a:r>
              <a:rPr lang="en-US" altLang="en-US" sz="1400" dirty="0">
                <a:latin typeface="Jost" panose="020B0604020202020204" charset="0"/>
                <a:ea typeface="Jost" panose="020B0604020202020204" charset="0"/>
              </a:rPr>
              <a:t>the previously created SNS topic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829" y="1723708"/>
            <a:ext cx="8730341" cy="3251063"/>
          </a:xfrm>
          <a:prstGeom prst="rect">
            <a:avLst/>
          </a:prstGeom>
        </p:spPr>
      </p:pic>
      <p:pic>
        <p:nvPicPr>
          <p:cNvPr id="8" name="Picture 2" descr="RV TechLear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730" y="119664"/>
            <a:ext cx="913681" cy="91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28675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5"/>
          <p:cNvSpPr txBox="1">
            <a:spLocks noGrp="1"/>
          </p:cNvSpPr>
          <p:nvPr>
            <p:ph type="title"/>
          </p:nvPr>
        </p:nvSpPr>
        <p:spPr>
          <a:xfrm>
            <a:off x="730825" y="535650"/>
            <a:ext cx="7682400" cy="4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dirty="0" smtClean="0"/>
              <a:t>STEP 7: Uploading Files to S3 bucket</a:t>
            </a:r>
            <a:endParaRPr dirty="0"/>
          </a:p>
        </p:txBody>
      </p:sp>
      <p:cxnSp>
        <p:nvCxnSpPr>
          <p:cNvPr id="374" name="Google Shape;374;p35"/>
          <p:cNvCxnSpPr/>
          <p:nvPr/>
        </p:nvCxnSpPr>
        <p:spPr>
          <a:xfrm>
            <a:off x="3141450" y="1033750"/>
            <a:ext cx="2861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7512" y="1280194"/>
            <a:ext cx="8549658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 smtClean="0">
                <a:latin typeface="Jost" panose="020B0604020202020204" charset="0"/>
                <a:ea typeface="Jost" panose="020B0604020202020204" charset="0"/>
                <a:sym typeface="Wingdings" panose="05000000000000000000" pitchFamily="2" charset="2"/>
              </a:rPr>
              <a:t> </a:t>
            </a:r>
            <a:r>
              <a:rPr lang="en-US" altLang="en-US" sz="1400" dirty="0" smtClean="0">
                <a:latin typeface="Jost" panose="020B0604020202020204" charset="0"/>
                <a:ea typeface="Jost" panose="020B0604020202020204" charset="0"/>
              </a:rPr>
              <a:t>Open the S3 bucket created by you that has been linked </a:t>
            </a:r>
            <a:r>
              <a:rPr lang="en-US" altLang="en-US" sz="1400" dirty="0" smtClean="0">
                <a:latin typeface="Jost" panose="020B0604020202020204" charset="0"/>
                <a:ea typeface="Jost" panose="020B0604020202020204" charset="0"/>
                <a:sym typeface="Wingdings" panose="05000000000000000000" pitchFamily="2" charset="2"/>
              </a:rPr>
              <a:t> Upload a file successfully</a:t>
            </a:r>
            <a:endParaRPr lang="en-US" altLang="en-US" sz="1400" dirty="0">
              <a:latin typeface="Jost" panose="020B0604020202020204" charset="0"/>
              <a:ea typeface="Jost" panose="020B0604020202020204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" y="1587971"/>
            <a:ext cx="8762999" cy="3354143"/>
          </a:xfrm>
          <a:prstGeom prst="rect">
            <a:avLst/>
          </a:prstGeom>
        </p:spPr>
      </p:pic>
      <p:pic>
        <p:nvPicPr>
          <p:cNvPr id="9" name="Picture 2" descr="RV TechLear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730" y="119664"/>
            <a:ext cx="913681" cy="91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3457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5"/>
          <p:cNvSpPr txBox="1">
            <a:spLocks noGrp="1"/>
          </p:cNvSpPr>
          <p:nvPr>
            <p:ph type="title"/>
          </p:nvPr>
        </p:nvSpPr>
        <p:spPr>
          <a:xfrm>
            <a:off x="730825" y="535650"/>
            <a:ext cx="7682400" cy="4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dirty="0" smtClean="0"/>
              <a:t>STEP 8: Receiving Mail About File Upload</a:t>
            </a:r>
            <a:endParaRPr dirty="0"/>
          </a:p>
        </p:txBody>
      </p:sp>
      <p:cxnSp>
        <p:nvCxnSpPr>
          <p:cNvPr id="374" name="Google Shape;374;p35"/>
          <p:cNvCxnSpPr/>
          <p:nvPr/>
        </p:nvCxnSpPr>
        <p:spPr>
          <a:xfrm>
            <a:off x="3141450" y="1033750"/>
            <a:ext cx="2861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3841" y="1064751"/>
            <a:ext cx="854965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1400" dirty="0" smtClean="0">
                <a:latin typeface="Jost" panose="020B0604020202020204" charset="0"/>
                <a:ea typeface="Jost" panose="020B0604020202020204" charset="0"/>
                <a:sym typeface="Wingdings" panose="05000000000000000000" pitchFamily="2" charset="2"/>
              </a:rPr>
              <a:t> </a:t>
            </a:r>
            <a:r>
              <a:rPr lang="en-US" altLang="en-US" sz="1400" dirty="0" smtClean="0">
                <a:latin typeface="Jost" panose="020B0604020202020204" charset="0"/>
                <a:ea typeface="Jost" panose="020B0604020202020204" charset="0"/>
              </a:rPr>
              <a:t>Open the mail which has been linked with SNS and check the inbox for the notification triggered after the file upload in S3 bucket</a:t>
            </a:r>
            <a:endParaRPr lang="en-US" altLang="en-US" sz="1400" dirty="0">
              <a:latin typeface="Jost" panose="020B0604020202020204" charset="0"/>
              <a:ea typeface="Jost" panose="020B060402020202020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943" y="1598857"/>
            <a:ext cx="8746670" cy="3354143"/>
          </a:xfrm>
          <a:prstGeom prst="rect">
            <a:avLst/>
          </a:prstGeom>
        </p:spPr>
      </p:pic>
      <p:pic>
        <p:nvPicPr>
          <p:cNvPr id="7" name="Picture 2" descr="RV TechLear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730" y="119664"/>
            <a:ext cx="913681" cy="91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47234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31"/>
          <p:cNvGrpSpPr/>
          <p:nvPr/>
        </p:nvGrpSpPr>
        <p:grpSpPr>
          <a:xfrm rot="-671180">
            <a:off x="7072539" y="3995263"/>
            <a:ext cx="1149898" cy="1149898"/>
            <a:chOff x="8293697" y="1996790"/>
            <a:chExt cx="1149900" cy="1149900"/>
          </a:xfrm>
        </p:grpSpPr>
        <p:sp>
          <p:nvSpPr>
            <p:cNvPr id="271" name="Google Shape;271;p31"/>
            <p:cNvSpPr/>
            <p:nvPr/>
          </p:nvSpPr>
          <p:spPr>
            <a:xfrm>
              <a:off x="8293697" y="1996790"/>
              <a:ext cx="1149900" cy="1149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2" name="Google Shape;272;p31"/>
            <p:cNvGrpSpPr/>
            <p:nvPr/>
          </p:nvGrpSpPr>
          <p:grpSpPr>
            <a:xfrm>
              <a:off x="8545723" y="2266160"/>
              <a:ext cx="646109" cy="611145"/>
              <a:chOff x="6192988" y="1236625"/>
              <a:chExt cx="475500" cy="448975"/>
            </a:xfrm>
          </p:grpSpPr>
          <p:sp>
            <p:nvSpPr>
              <p:cNvPr id="273" name="Google Shape;273;p31"/>
              <p:cNvSpPr/>
              <p:nvPr/>
            </p:nvSpPr>
            <p:spPr>
              <a:xfrm>
                <a:off x="6192988" y="1236625"/>
                <a:ext cx="475500" cy="448975"/>
              </a:xfrm>
              <a:custGeom>
                <a:avLst/>
                <a:gdLst/>
                <a:ahLst/>
                <a:cxnLst/>
                <a:rect l="l" t="t" r="r" b="b"/>
                <a:pathLst>
                  <a:path w="19020" h="17959" extrusionOk="0">
                    <a:moveTo>
                      <a:pt x="6953" y="1055"/>
                    </a:moveTo>
                    <a:cubicBezTo>
                      <a:pt x="7906" y="1055"/>
                      <a:pt x="8871" y="1462"/>
                      <a:pt x="9562" y="2374"/>
                    </a:cubicBezTo>
                    <a:cubicBezTo>
                      <a:pt x="9493" y="2444"/>
                      <a:pt x="9405" y="2514"/>
                      <a:pt x="9335" y="2584"/>
                    </a:cubicBezTo>
                    <a:cubicBezTo>
                      <a:pt x="8944" y="2961"/>
                      <a:pt x="9302" y="3494"/>
                      <a:pt x="9718" y="3494"/>
                    </a:cubicBezTo>
                    <a:cubicBezTo>
                      <a:pt x="9842" y="3494"/>
                      <a:pt x="9971" y="3447"/>
                      <a:pt x="10087" y="3335"/>
                    </a:cubicBezTo>
                    <a:cubicBezTo>
                      <a:pt x="10227" y="3196"/>
                      <a:pt x="10402" y="3056"/>
                      <a:pt x="10576" y="2933"/>
                    </a:cubicBezTo>
                    <a:cubicBezTo>
                      <a:pt x="11088" y="2603"/>
                      <a:pt x="11641" y="2453"/>
                      <a:pt x="12180" y="2453"/>
                    </a:cubicBezTo>
                    <a:cubicBezTo>
                      <a:pt x="13725" y="2453"/>
                      <a:pt x="15156" y="3684"/>
                      <a:pt x="15156" y="5433"/>
                    </a:cubicBezTo>
                    <a:cubicBezTo>
                      <a:pt x="15156" y="5643"/>
                      <a:pt x="15139" y="5835"/>
                      <a:pt x="15104" y="6045"/>
                    </a:cubicBezTo>
                    <a:cubicBezTo>
                      <a:pt x="15039" y="6369"/>
                      <a:pt x="15289" y="6663"/>
                      <a:pt x="15618" y="6663"/>
                    </a:cubicBezTo>
                    <a:cubicBezTo>
                      <a:pt x="15645" y="6663"/>
                      <a:pt x="15671" y="6661"/>
                      <a:pt x="15698" y="6657"/>
                    </a:cubicBezTo>
                    <a:cubicBezTo>
                      <a:pt x="16905" y="6657"/>
                      <a:pt x="17919" y="7636"/>
                      <a:pt x="17953" y="8860"/>
                    </a:cubicBezTo>
                    <a:cubicBezTo>
                      <a:pt x="18006" y="10066"/>
                      <a:pt x="17079" y="11115"/>
                      <a:pt x="15856" y="11202"/>
                    </a:cubicBezTo>
                    <a:lnTo>
                      <a:pt x="15856" y="11062"/>
                    </a:lnTo>
                    <a:cubicBezTo>
                      <a:pt x="15856" y="9471"/>
                      <a:pt x="14567" y="8475"/>
                      <a:pt x="13251" y="8475"/>
                    </a:cubicBezTo>
                    <a:cubicBezTo>
                      <a:pt x="12499" y="8475"/>
                      <a:pt x="11739" y="8799"/>
                      <a:pt x="11206" y="9524"/>
                    </a:cubicBezTo>
                    <a:lnTo>
                      <a:pt x="8951" y="9524"/>
                    </a:lnTo>
                    <a:cubicBezTo>
                      <a:pt x="8417" y="8799"/>
                      <a:pt x="7657" y="8475"/>
                      <a:pt x="6906" y="8475"/>
                    </a:cubicBezTo>
                    <a:cubicBezTo>
                      <a:pt x="5590" y="8475"/>
                      <a:pt x="4301" y="9471"/>
                      <a:pt x="4301" y="11062"/>
                    </a:cubicBezTo>
                    <a:lnTo>
                      <a:pt x="4301" y="11167"/>
                    </a:lnTo>
                    <a:cubicBezTo>
                      <a:pt x="2133" y="10730"/>
                      <a:pt x="1451" y="7985"/>
                      <a:pt x="3147" y="6569"/>
                    </a:cubicBezTo>
                    <a:lnTo>
                      <a:pt x="3147" y="6569"/>
                    </a:lnTo>
                    <a:cubicBezTo>
                      <a:pt x="3339" y="6902"/>
                      <a:pt x="3566" y="7199"/>
                      <a:pt x="3829" y="7478"/>
                    </a:cubicBezTo>
                    <a:cubicBezTo>
                      <a:pt x="3946" y="7592"/>
                      <a:pt x="4076" y="7640"/>
                      <a:pt x="4200" y="7640"/>
                    </a:cubicBezTo>
                    <a:cubicBezTo>
                      <a:pt x="4610" y="7640"/>
                      <a:pt x="4956" y="7116"/>
                      <a:pt x="4580" y="6727"/>
                    </a:cubicBezTo>
                    <a:cubicBezTo>
                      <a:pt x="4266" y="6412"/>
                      <a:pt x="4003" y="6028"/>
                      <a:pt x="3846" y="5608"/>
                    </a:cubicBezTo>
                    <a:cubicBezTo>
                      <a:pt x="3689" y="5206"/>
                      <a:pt x="3601" y="4804"/>
                      <a:pt x="3601" y="4384"/>
                    </a:cubicBezTo>
                    <a:cubicBezTo>
                      <a:pt x="3601" y="2347"/>
                      <a:pt x="5257" y="1055"/>
                      <a:pt x="6953" y="1055"/>
                    </a:cubicBezTo>
                    <a:close/>
                    <a:moveTo>
                      <a:pt x="13252" y="9535"/>
                    </a:moveTo>
                    <a:cubicBezTo>
                      <a:pt x="14030" y="9535"/>
                      <a:pt x="14796" y="10120"/>
                      <a:pt x="14807" y="11062"/>
                    </a:cubicBezTo>
                    <a:lnTo>
                      <a:pt x="14807" y="16307"/>
                    </a:lnTo>
                    <a:cubicBezTo>
                      <a:pt x="14807" y="16675"/>
                      <a:pt x="14515" y="16898"/>
                      <a:pt x="14217" y="16898"/>
                    </a:cubicBezTo>
                    <a:cubicBezTo>
                      <a:pt x="14022" y="16898"/>
                      <a:pt x="13824" y="16801"/>
                      <a:pt x="13706" y="16586"/>
                    </a:cubicBezTo>
                    <a:lnTo>
                      <a:pt x="12622" y="14698"/>
                    </a:lnTo>
                    <a:cubicBezTo>
                      <a:pt x="12534" y="14541"/>
                      <a:pt x="12359" y="14436"/>
                      <a:pt x="12167" y="14436"/>
                    </a:cubicBezTo>
                    <a:lnTo>
                      <a:pt x="7972" y="14436"/>
                    </a:lnTo>
                    <a:cubicBezTo>
                      <a:pt x="7797" y="14436"/>
                      <a:pt x="7622" y="14541"/>
                      <a:pt x="7517" y="14698"/>
                    </a:cubicBezTo>
                    <a:lnTo>
                      <a:pt x="6433" y="16586"/>
                    </a:lnTo>
                    <a:cubicBezTo>
                      <a:pt x="6322" y="16801"/>
                      <a:pt x="6126" y="16898"/>
                      <a:pt x="5930" y="16898"/>
                    </a:cubicBezTo>
                    <a:cubicBezTo>
                      <a:pt x="5633" y="16898"/>
                      <a:pt x="5339" y="16675"/>
                      <a:pt x="5349" y="16307"/>
                    </a:cubicBezTo>
                    <a:lnTo>
                      <a:pt x="5349" y="11062"/>
                    </a:lnTo>
                    <a:cubicBezTo>
                      <a:pt x="5349" y="10120"/>
                      <a:pt x="6119" y="9535"/>
                      <a:pt x="6899" y="9535"/>
                    </a:cubicBezTo>
                    <a:cubicBezTo>
                      <a:pt x="7364" y="9535"/>
                      <a:pt x="7833" y="9742"/>
                      <a:pt x="8146" y="10206"/>
                    </a:cubicBezTo>
                    <a:lnTo>
                      <a:pt x="8234" y="10345"/>
                    </a:lnTo>
                    <a:cubicBezTo>
                      <a:pt x="8339" y="10485"/>
                      <a:pt x="8496" y="10573"/>
                      <a:pt x="8671" y="10573"/>
                    </a:cubicBezTo>
                    <a:lnTo>
                      <a:pt x="11468" y="10573"/>
                    </a:lnTo>
                    <a:cubicBezTo>
                      <a:pt x="11660" y="10573"/>
                      <a:pt x="11818" y="10485"/>
                      <a:pt x="11905" y="10345"/>
                    </a:cubicBezTo>
                    <a:lnTo>
                      <a:pt x="12010" y="10206"/>
                    </a:lnTo>
                    <a:cubicBezTo>
                      <a:pt x="12323" y="9742"/>
                      <a:pt x="12790" y="9535"/>
                      <a:pt x="13252" y="9535"/>
                    </a:cubicBezTo>
                    <a:close/>
                    <a:moveTo>
                      <a:pt x="6970" y="1"/>
                    </a:moveTo>
                    <a:cubicBezTo>
                      <a:pt x="4737" y="1"/>
                      <a:pt x="2552" y="1694"/>
                      <a:pt x="2552" y="4384"/>
                    </a:cubicBezTo>
                    <a:cubicBezTo>
                      <a:pt x="2552" y="4786"/>
                      <a:pt x="2605" y="5188"/>
                      <a:pt x="2727" y="5573"/>
                    </a:cubicBezTo>
                    <a:cubicBezTo>
                      <a:pt x="0" y="7478"/>
                      <a:pt x="1014" y="11744"/>
                      <a:pt x="4301" y="12216"/>
                    </a:cubicBezTo>
                    <a:lnTo>
                      <a:pt x="4301" y="16307"/>
                    </a:lnTo>
                    <a:cubicBezTo>
                      <a:pt x="4290" y="17335"/>
                      <a:pt x="5115" y="17958"/>
                      <a:pt x="5949" y="17958"/>
                    </a:cubicBezTo>
                    <a:cubicBezTo>
                      <a:pt x="6491" y="17958"/>
                      <a:pt x="7036" y="17696"/>
                      <a:pt x="7360" y="17111"/>
                    </a:cubicBezTo>
                    <a:lnTo>
                      <a:pt x="8286" y="15485"/>
                    </a:lnTo>
                    <a:lnTo>
                      <a:pt x="11887" y="15485"/>
                    </a:lnTo>
                    <a:lnTo>
                      <a:pt x="12814" y="17111"/>
                    </a:lnTo>
                    <a:cubicBezTo>
                      <a:pt x="13137" y="17696"/>
                      <a:pt x="13683" y="17958"/>
                      <a:pt x="14224" y="17958"/>
                    </a:cubicBezTo>
                    <a:cubicBezTo>
                      <a:pt x="15059" y="17958"/>
                      <a:pt x="15884" y="17335"/>
                      <a:pt x="15873" y="16307"/>
                    </a:cubicBezTo>
                    <a:lnTo>
                      <a:pt x="15873" y="12251"/>
                    </a:lnTo>
                    <a:cubicBezTo>
                      <a:pt x="17639" y="12163"/>
                      <a:pt x="19020" y="10695"/>
                      <a:pt x="19020" y="8929"/>
                    </a:cubicBezTo>
                    <a:lnTo>
                      <a:pt x="19020" y="8929"/>
                    </a:lnTo>
                    <a:lnTo>
                      <a:pt x="19002" y="8947"/>
                    </a:lnTo>
                    <a:cubicBezTo>
                      <a:pt x="19002" y="7304"/>
                      <a:pt x="17814" y="5923"/>
                      <a:pt x="16188" y="5660"/>
                    </a:cubicBezTo>
                    <a:lnTo>
                      <a:pt x="16188" y="5451"/>
                    </a:lnTo>
                    <a:cubicBezTo>
                      <a:pt x="16188" y="3120"/>
                      <a:pt x="14284" y="1409"/>
                      <a:pt x="12166" y="1409"/>
                    </a:cubicBezTo>
                    <a:cubicBezTo>
                      <a:pt x="11600" y="1409"/>
                      <a:pt x="11018" y="1531"/>
                      <a:pt x="10454" y="1797"/>
                    </a:cubicBezTo>
                    <a:cubicBezTo>
                      <a:pt x="9544" y="556"/>
                      <a:pt x="8249" y="1"/>
                      <a:pt x="69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31"/>
              <p:cNvSpPr/>
              <p:nvPr/>
            </p:nvSpPr>
            <p:spPr>
              <a:xfrm>
                <a:off x="6472238" y="1510100"/>
                <a:ext cx="76500" cy="69950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2798" extrusionOk="0">
                    <a:moveTo>
                      <a:pt x="1522" y="1"/>
                    </a:moveTo>
                    <a:cubicBezTo>
                      <a:pt x="1259" y="1"/>
                      <a:pt x="997" y="176"/>
                      <a:pt x="997" y="525"/>
                    </a:cubicBezTo>
                    <a:lnTo>
                      <a:pt x="997" y="875"/>
                    </a:lnTo>
                    <a:lnTo>
                      <a:pt x="665" y="875"/>
                    </a:lnTo>
                    <a:cubicBezTo>
                      <a:pt x="1" y="910"/>
                      <a:pt x="1" y="1889"/>
                      <a:pt x="665" y="1924"/>
                    </a:cubicBezTo>
                    <a:lnTo>
                      <a:pt x="1015" y="1924"/>
                    </a:lnTo>
                    <a:lnTo>
                      <a:pt x="1015" y="2273"/>
                    </a:lnTo>
                    <a:cubicBezTo>
                      <a:pt x="1015" y="2623"/>
                      <a:pt x="1277" y="2798"/>
                      <a:pt x="1539" y="2798"/>
                    </a:cubicBezTo>
                    <a:cubicBezTo>
                      <a:pt x="1801" y="2798"/>
                      <a:pt x="2064" y="2623"/>
                      <a:pt x="2064" y="2273"/>
                    </a:cubicBezTo>
                    <a:lnTo>
                      <a:pt x="2064" y="1924"/>
                    </a:lnTo>
                    <a:lnTo>
                      <a:pt x="2413" y="1924"/>
                    </a:lnTo>
                    <a:cubicBezTo>
                      <a:pt x="3060" y="1889"/>
                      <a:pt x="3060" y="910"/>
                      <a:pt x="2413" y="875"/>
                    </a:cubicBezTo>
                    <a:lnTo>
                      <a:pt x="2046" y="875"/>
                    </a:lnTo>
                    <a:lnTo>
                      <a:pt x="2046" y="525"/>
                    </a:lnTo>
                    <a:cubicBezTo>
                      <a:pt x="2046" y="176"/>
                      <a:pt x="1784" y="1"/>
                      <a:pt x="152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31"/>
              <p:cNvSpPr/>
              <p:nvPr/>
            </p:nvSpPr>
            <p:spPr>
              <a:xfrm>
                <a:off x="6341138" y="1510100"/>
                <a:ext cx="76500" cy="69950"/>
              </a:xfrm>
              <a:custGeom>
                <a:avLst/>
                <a:gdLst/>
                <a:ahLst/>
                <a:cxnLst/>
                <a:rect l="l" t="t" r="r" b="b"/>
                <a:pathLst>
                  <a:path w="3060" h="2798" extrusionOk="0">
                    <a:moveTo>
                      <a:pt x="1526" y="1"/>
                    </a:moveTo>
                    <a:cubicBezTo>
                      <a:pt x="1263" y="1"/>
                      <a:pt x="1006" y="176"/>
                      <a:pt x="1014" y="525"/>
                    </a:cubicBezTo>
                    <a:lnTo>
                      <a:pt x="1014" y="875"/>
                    </a:lnTo>
                    <a:lnTo>
                      <a:pt x="665" y="875"/>
                    </a:lnTo>
                    <a:cubicBezTo>
                      <a:pt x="0" y="910"/>
                      <a:pt x="0" y="1889"/>
                      <a:pt x="665" y="1924"/>
                    </a:cubicBezTo>
                    <a:lnTo>
                      <a:pt x="1014" y="1924"/>
                    </a:lnTo>
                    <a:lnTo>
                      <a:pt x="1014" y="2273"/>
                    </a:lnTo>
                    <a:cubicBezTo>
                      <a:pt x="1014" y="2623"/>
                      <a:pt x="1276" y="2798"/>
                      <a:pt x="1539" y="2798"/>
                    </a:cubicBezTo>
                    <a:cubicBezTo>
                      <a:pt x="1801" y="2798"/>
                      <a:pt x="2063" y="2623"/>
                      <a:pt x="2063" y="2273"/>
                    </a:cubicBezTo>
                    <a:lnTo>
                      <a:pt x="2063" y="1924"/>
                    </a:lnTo>
                    <a:lnTo>
                      <a:pt x="2413" y="1924"/>
                    </a:lnTo>
                    <a:cubicBezTo>
                      <a:pt x="3060" y="1889"/>
                      <a:pt x="3060" y="910"/>
                      <a:pt x="2413" y="875"/>
                    </a:cubicBezTo>
                    <a:lnTo>
                      <a:pt x="2063" y="875"/>
                    </a:lnTo>
                    <a:lnTo>
                      <a:pt x="2063" y="525"/>
                    </a:lnTo>
                    <a:cubicBezTo>
                      <a:pt x="2054" y="176"/>
                      <a:pt x="1788" y="1"/>
                      <a:pt x="152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31"/>
              <p:cNvSpPr/>
              <p:nvPr/>
            </p:nvSpPr>
            <p:spPr>
              <a:xfrm>
                <a:off x="6429863" y="1548575"/>
                <a:ext cx="26675" cy="22550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902" extrusionOk="0">
                    <a:moveTo>
                      <a:pt x="612" y="0"/>
                    </a:moveTo>
                    <a:cubicBezTo>
                      <a:pt x="192" y="0"/>
                      <a:pt x="0" y="472"/>
                      <a:pt x="280" y="769"/>
                    </a:cubicBezTo>
                    <a:cubicBezTo>
                      <a:pt x="371" y="860"/>
                      <a:pt x="484" y="901"/>
                      <a:pt x="596" y="901"/>
                    </a:cubicBezTo>
                    <a:cubicBezTo>
                      <a:pt x="828" y="901"/>
                      <a:pt x="1055" y="726"/>
                      <a:pt x="1066" y="455"/>
                    </a:cubicBezTo>
                    <a:cubicBezTo>
                      <a:pt x="1066" y="192"/>
                      <a:pt x="857" y="0"/>
                      <a:pt x="61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77" name="Google Shape;277;p31"/>
          <p:cNvGrpSpPr/>
          <p:nvPr/>
        </p:nvGrpSpPr>
        <p:grpSpPr>
          <a:xfrm rot="-679607">
            <a:off x="8139852" y="3102978"/>
            <a:ext cx="1149873" cy="1149873"/>
            <a:chOff x="9124422" y="2568890"/>
            <a:chExt cx="1149900" cy="1149900"/>
          </a:xfrm>
        </p:grpSpPr>
        <p:sp>
          <p:nvSpPr>
            <p:cNvPr id="278" name="Google Shape;278;p31"/>
            <p:cNvSpPr/>
            <p:nvPr/>
          </p:nvSpPr>
          <p:spPr>
            <a:xfrm>
              <a:off x="9124422" y="2568890"/>
              <a:ext cx="1149900" cy="1149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79" name="Google Shape;279;p31"/>
            <p:cNvGrpSpPr/>
            <p:nvPr/>
          </p:nvGrpSpPr>
          <p:grpSpPr>
            <a:xfrm>
              <a:off x="9411610" y="2856126"/>
              <a:ext cx="575456" cy="575424"/>
              <a:chOff x="5477988" y="1236975"/>
              <a:chExt cx="448000" cy="447975"/>
            </a:xfrm>
          </p:grpSpPr>
          <p:sp>
            <p:nvSpPr>
              <p:cNvPr id="280" name="Google Shape;280;p31"/>
              <p:cNvSpPr/>
              <p:nvPr/>
            </p:nvSpPr>
            <p:spPr>
              <a:xfrm>
                <a:off x="5477988" y="1236975"/>
                <a:ext cx="448000" cy="447975"/>
              </a:xfrm>
              <a:custGeom>
                <a:avLst/>
                <a:gdLst/>
                <a:ahLst/>
                <a:cxnLst/>
                <a:rect l="l" t="t" r="r" b="b"/>
                <a:pathLst>
                  <a:path w="17920" h="17919" extrusionOk="0">
                    <a:moveTo>
                      <a:pt x="16870" y="1049"/>
                    </a:moveTo>
                    <a:lnTo>
                      <a:pt x="16870" y="16869"/>
                    </a:lnTo>
                    <a:lnTo>
                      <a:pt x="1050" y="16869"/>
                    </a:lnTo>
                    <a:lnTo>
                      <a:pt x="1050" y="1049"/>
                    </a:lnTo>
                    <a:close/>
                    <a:moveTo>
                      <a:pt x="525" y="0"/>
                    </a:moveTo>
                    <a:cubicBezTo>
                      <a:pt x="228" y="0"/>
                      <a:pt x="1" y="227"/>
                      <a:pt x="1" y="524"/>
                    </a:cubicBezTo>
                    <a:lnTo>
                      <a:pt x="1" y="17394"/>
                    </a:lnTo>
                    <a:cubicBezTo>
                      <a:pt x="1" y="17691"/>
                      <a:pt x="228" y="17918"/>
                      <a:pt x="525" y="17918"/>
                    </a:cubicBezTo>
                    <a:lnTo>
                      <a:pt x="17395" y="17918"/>
                    </a:lnTo>
                    <a:cubicBezTo>
                      <a:pt x="17692" y="17918"/>
                      <a:pt x="17919" y="17691"/>
                      <a:pt x="17919" y="17394"/>
                    </a:cubicBezTo>
                    <a:lnTo>
                      <a:pt x="17919" y="524"/>
                    </a:lnTo>
                    <a:cubicBezTo>
                      <a:pt x="17919" y="227"/>
                      <a:pt x="17692" y="0"/>
                      <a:pt x="1739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Google Shape;281;p31"/>
              <p:cNvSpPr/>
              <p:nvPr/>
            </p:nvSpPr>
            <p:spPr>
              <a:xfrm>
                <a:off x="5531313" y="1290275"/>
                <a:ext cx="341350" cy="341350"/>
              </a:xfrm>
              <a:custGeom>
                <a:avLst/>
                <a:gdLst/>
                <a:ahLst/>
                <a:cxnLst/>
                <a:rect l="l" t="t" r="r" b="b"/>
                <a:pathLst>
                  <a:path w="13654" h="13654" extrusionOk="0">
                    <a:moveTo>
                      <a:pt x="8409" y="1050"/>
                    </a:moveTo>
                    <a:lnTo>
                      <a:pt x="8409" y="2273"/>
                    </a:lnTo>
                    <a:cubicBezTo>
                      <a:pt x="8409" y="2570"/>
                      <a:pt x="8636" y="2798"/>
                      <a:pt x="8933" y="2798"/>
                    </a:cubicBezTo>
                    <a:lnTo>
                      <a:pt x="10507" y="2798"/>
                    </a:lnTo>
                    <a:lnTo>
                      <a:pt x="10507" y="4021"/>
                    </a:lnTo>
                    <a:cubicBezTo>
                      <a:pt x="10507" y="4319"/>
                      <a:pt x="10734" y="4546"/>
                      <a:pt x="11031" y="4546"/>
                    </a:cubicBezTo>
                    <a:lnTo>
                      <a:pt x="12604" y="4546"/>
                    </a:lnTo>
                    <a:lnTo>
                      <a:pt x="12604" y="12605"/>
                    </a:lnTo>
                    <a:lnTo>
                      <a:pt x="1049" y="12605"/>
                    </a:lnTo>
                    <a:lnTo>
                      <a:pt x="1049" y="4546"/>
                    </a:lnTo>
                    <a:lnTo>
                      <a:pt x="2623" y="4546"/>
                    </a:lnTo>
                    <a:cubicBezTo>
                      <a:pt x="2920" y="4546"/>
                      <a:pt x="3147" y="4319"/>
                      <a:pt x="3147" y="4021"/>
                    </a:cubicBezTo>
                    <a:lnTo>
                      <a:pt x="3147" y="2798"/>
                    </a:lnTo>
                    <a:lnTo>
                      <a:pt x="4720" y="2798"/>
                    </a:lnTo>
                    <a:cubicBezTo>
                      <a:pt x="5018" y="2798"/>
                      <a:pt x="5245" y="2570"/>
                      <a:pt x="5245" y="2273"/>
                    </a:cubicBezTo>
                    <a:lnTo>
                      <a:pt x="5245" y="1050"/>
                    </a:lnTo>
                    <a:close/>
                    <a:moveTo>
                      <a:pt x="4720" y="1"/>
                    </a:moveTo>
                    <a:cubicBezTo>
                      <a:pt x="4441" y="1"/>
                      <a:pt x="4196" y="245"/>
                      <a:pt x="4196" y="525"/>
                    </a:cubicBezTo>
                    <a:lnTo>
                      <a:pt x="4196" y="1749"/>
                    </a:lnTo>
                    <a:lnTo>
                      <a:pt x="2623" y="1749"/>
                    </a:lnTo>
                    <a:cubicBezTo>
                      <a:pt x="2343" y="1749"/>
                      <a:pt x="2098" y="1994"/>
                      <a:pt x="2098" y="2273"/>
                    </a:cubicBezTo>
                    <a:lnTo>
                      <a:pt x="2098" y="3497"/>
                    </a:lnTo>
                    <a:lnTo>
                      <a:pt x="525" y="3497"/>
                    </a:lnTo>
                    <a:cubicBezTo>
                      <a:pt x="245" y="3497"/>
                      <a:pt x="0" y="3742"/>
                      <a:pt x="0" y="4021"/>
                    </a:cubicBezTo>
                    <a:lnTo>
                      <a:pt x="0" y="13129"/>
                    </a:lnTo>
                    <a:cubicBezTo>
                      <a:pt x="0" y="13409"/>
                      <a:pt x="245" y="13654"/>
                      <a:pt x="525" y="13654"/>
                    </a:cubicBezTo>
                    <a:lnTo>
                      <a:pt x="13129" y="13654"/>
                    </a:lnTo>
                    <a:cubicBezTo>
                      <a:pt x="13409" y="13654"/>
                      <a:pt x="13653" y="13409"/>
                      <a:pt x="13653" y="13129"/>
                    </a:cubicBezTo>
                    <a:lnTo>
                      <a:pt x="13653" y="4021"/>
                    </a:lnTo>
                    <a:cubicBezTo>
                      <a:pt x="13653" y="3742"/>
                      <a:pt x="13409" y="3497"/>
                      <a:pt x="13129" y="3497"/>
                    </a:cubicBezTo>
                    <a:lnTo>
                      <a:pt x="11556" y="3497"/>
                    </a:lnTo>
                    <a:lnTo>
                      <a:pt x="11556" y="2273"/>
                    </a:lnTo>
                    <a:cubicBezTo>
                      <a:pt x="11556" y="1994"/>
                      <a:pt x="11311" y="1749"/>
                      <a:pt x="11031" y="1749"/>
                    </a:cubicBezTo>
                    <a:lnTo>
                      <a:pt x="9458" y="1749"/>
                    </a:lnTo>
                    <a:lnTo>
                      <a:pt x="9458" y="525"/>
                    </a:lnTo>
                    <a:cubicBezTo>
                      <a:pt x="9458" y="245"/>
                      <a:pt x="9213" y="1"/>
                      <a:pt x="893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31"/>
              <p:cNvSpPr/>
              <p:nvPr/>
            </p:nvSpPr>
            <p:spPr>
              <a:xfrm>
                <a:off x="5793963" y="1500500"/>
                <a:ext cx="26250" cy="7867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3147" extrusionOk="0">
                    <a:moveTo>
                      <a:pt x="525" y="0"/>
                    </a:moveTo>
                    <a:cubicBezTo>
                      <a:pt x="228" y="0"/>
                      <a:pt x="1" y="227"/>
                      <a:pt x="1" y="525"/>
                    </a:cubicBezTo>
                    <a:lnTo>
                      <a:pt x="1" y="2622"/>
                    </a:lnTo>
                    <a:cubicBezTo>
                      <a:pt x="1" y="2972"/>
                      <a:pt x="263" y="3147"/>
                      <a:pt x="525" y="3147"/>
                    </a:cubicBezTo>
                    <a:cubicBezTo>
                      <a:pt x="787" y="3147"/>
                      <a:pt x="1050" y="2972"/>
                      <a:pt x="1050" y="2622"/>
                    </a:cubicBezTo>
                    <a:lnTo>
                      <a:pt x="1050" y="525"/>
                    </a:lnTo>
                    <a:cubicBezTo>
                      <a:pt x="1050" y="227"/>
                      <a:pt x="805" y="0"/>
                      <a:pt x="5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31"/>
              <p:cNvSpPr/>
              <p:nvPr/>
            </p:nvSpPr>
            <p:spPr>
              <a:xfrm>
                <a:off x="5741513" y="1500500"/>
                <a:ext cx="26250" cy="7867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3147" extrusionOk="0">
                    <a:moveTo>
                      <a:pt x="525" y="0"/>
                    </a:moveTo>
                    <a:cubicBezTo>
                      <a:pt x="228" y="0"/>
                      <a:pt x="1" y="227"/>
                      <a:pt x="1" y="525"/>
                    </a:cubicBezTo>
                    <a:lnTo>
                      <a:pt x="1" y="2622"/>
                    </a:lnTo>
                    <a:cubicBezTo>
                      <a:pt x="1" y="2972"/>
                      <a:pt x="263" y="3147"/>
                      <a:pt x="525" y="3147"/>
                    </a:cubicBezTo>
                    <a:cubicBezTo>
                      <a:pt x="788" y="3147"/>
                      <a:pt x="1050" y="2972"/>
                      <a:pt x="1050" y="2622"/>
                    </a:cubicBezTo>
                    <a:lnTo>
                      <a:pt x="1050" y="525"/>
                    </a:lnTo>
                    <a:cubicBezTo>
                      <a:pt x="1050" y="227"/>
                      <a:pt x="805" y="0"/>
                      <a:pt x="5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31"/>
              <p:cNvSpPr/>
              <p:nvPr/>
            </p:nvSpPr>
            <p:spPr>
              <a:xfrm>
                <a:off x="5688638" y="1500500"/>
                <a:ext cx="26700" cy="78675"/>
              </a:xfrm>
              <a:custGeom>
                <a:avLst/>
                <a:gdLst/>
                <a:ahLst/>
                <a:cxnLst/>
                <a:rect l="l" t="t" r="r" b="b"/>
                <a:pathLst>
                  <a:path w="1068" h="3147" extrusionOk="0">
                    <a:moveTo>
                      <a:pt x="543" y="0"/>
                    </a:moveTo>
                    <a:cubicBezTo>
                      <a:pt x="245" y="0"/>
                      <a:pt x="1" y="227"/>
                      <a:pt x="18" y="525"/>
                    </a:cubicBezTo>
                    <a:lnTo>
                      <a:pt x="18" y="2622"/>
                    </a:lnTo>
                    <a:cubicBezTo>
                      <a:pt x="18" y="2972"/>
                      <a:pt x="280" y="3147"/>
                      <a:pt x="543" y="3147"/>
                    </a:cubicBezTo>
                    <a:cubicBezTo>
                      <a:pt x="805" y="3147"/>
                      <a:pt x="1067" y="2972"/>
                      <a:pt x="1067" y="2622"/>
                    </a:cubicBezTo>
                    <a:lnTo>
                      <a:pt x="1067" y="525"/>
                    </a:lnTo>
                    <a:cubicBezTo>
                      <a:pt x="1067" y="227"/>
                      <a:pt x="822" y="0"/>
                      <a:pt x="54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31"/>
              <p:cNvSpPr/>
              <p:nvPr/>
            </p:nvSpPr>
            <p:spPr>
              <a:xfrm>
                <a:off x="5583763" y="1500500"/>
                <a:ext cx="26250" cy="7867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3147" extrusionOk="0">
                    <a:moveTo>
                      <a:pt x="525" y="0"/>
                    </a:moveTo>
                    <a:cubicBezTo>
                      <a:pt x="245" y="0"/>
                      <a:pt x="0" y="227"/>
                      <a:pt x="0" y="525"/>
                    </a:cubicBezTo>
                    <a:lnTo>
                      <a:pt x="0" y="2622"/>
                    </a:lnTo>
                    <a:cubicBezTo>
                      <a:pt x="0" y="2972"/>
                      <a:pt x="262" y="3147"/>
                      <a:pt x="525" y="3147"/>
                    </a:cubicBezTo>
                    <a:cubicBezTo>
                      <a:pt x="787" y="3147"/>
                      <a:pt x="1049" y="2972"/>
                      <a:pt x="1049" y="2622"/>
                    </a:cubicBezTo>
                    <a:lnTo>
                      <a:pt x="1049" y="525"/>
                    </a:lnTo>
                    <a:cubicBezTo>
                      <a:pt x="1049" y="227"/>
                      <a:pt x="822" y="0"/>
                      <a:pt x="5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31"/>
              <p:cNvSpPr/>
              <p:nvPr/>
            </p:nvSpPr>
            <p:spPr>
              <a:xfrm>
                <a:off x="5636188" y="1500500"/>
                <a:ext cx="26250" cy="78675"/>
              </a:xfrm>
              <a:custGeom>
                <a:avLst/>
                <a:gdLst/>
                <a:ahLst/>
                <a:cxnLst/>
                <a:rect l="l" t="t" r="r" b="b"/>
                <a:pathLst>
                  <a:path w="1050" h="3147" extrusionOk="0">
                    <a:moveTo>
                      <a:pt x="525" y="0"/>
                    </a:moveTo>
                    <a:cubicBezTo>
                      <a:pt x="246" y="0"/>
                      <a:pt x="1" y="227"/>
                      <a:pt x="1" y="525"/>
                    </a:cubicBezTo>
                    <a:lnTo>
                      <a:pt x="1" y="2622"/>
                    </a:lnTo>
                    <a:cubicBezTo>
                      <a:pt x="1" y="2972"/>
                      <a:pt x="263" y="3147"/>
                      <a:pt x="525" y="3147"/>
                    </a:cubicBezTo>
                    <a:cubicBezTo>
                      <a:pt x="788" y="3147"/>
                      <a:pt x="1050" y="2972"/>
                      <a:pt x="1050" y="2622"/>
                    </a:cubicBezTo>
                    <a:lnTo>
                      <a:pt x="1050" y="525"/>
                    </a:lnTo>
                    <a:cubicBezTo>
                      <a:pt x="1050" y="227"/>
                      <a:pt x="823" y="0"/>
                      <a:pt x="525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31"/>
              <p:cNvSpPr/>
              <p:nvPr/>
            </p:nvSpPr>
            <p:spPr>
              <a:xfrm>
                <a:off x="5807088" y="1290275"/>
                <a:ext cx="69950" cy="26250"/>
              </a:xfrm>
              <a:custGeom>
                <a:avLst/>
                <a:gdLst/>
                <a:ahLst/>
                <a:cxnLst/>
                <a:rect l="l" t="t" r="r" b="b"/>
                <a:pathLst>
                  <a:path w="2798" h="1050" extrusionOk="0">
                    <a:moveTo>
                      <a:pt x="699" y="1"/>
                    </a:moveTo>
                    <a:cubicBezTo>
                      <a:pt x="0" y="1"/>
                      <a:pt x="0" y="1050"/>
                      <a:pt x="699" y="1050"/>
                    </a:cubicBezTo>
                    <a:lnTo>
                      <a:pt x="2098" y="1050"/>
                    </a:lnTo>
                    <a:cubicBezTo>
                      <a:pt x="2797" y="1050"/>
                      <a:pt x="2797" y="1"/>
                      <a:pt x="209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Google Shape;288;p31"/>
              <p:cNvSpPr/>
              <p:nvPr/>
            </p:nvSpPr>
            <p:spPr>
              <a:xfrm>
                <a:off x="5526938" y="1290275"/>
                <a:ext cx="69950" cy="26250"/>
              </a:xfrm>
              <a:custGeom>
                <a:avLst/>
                <a:gdLst/>
                <a:ahLst/>
                <a:cxnLst/>
                <a:rect l="l" t="t" r="r" b="b"/>
                <a:pathLst>
                  <a:path w="2798" h="1050" extrusionOk="0">
                    <a:moveTo>
                      <a:pt x="700" y="1"/>
                    </a:moveTo>
                    <a:cubicBezTo>
                      <a:pt x="1" y="1"/>
                      <a:pt x="1" y="1050"/>
                      <a:pt x="700" y="1050"/>
                    </a:cubicBezTo>
                    <a:lnTo>
                      <a:pt x="2098" y="1050"/>
                    </a:lnTo>
                    <a:cubicBezTo>
                      <a:pt x="2798" y="1050"/>
                      <a:pt x="2798" y="1"/>
                      <a:pt x="209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89" name="Google Shape;289;p31"/>
          <p:cNvSpPr txBox="1">
            <a:spLocks noGrp="1"/>
          </p:cNvSpPr>
          <p:nvPr>
            <p:ph type="title" idx="2"/>
          </p:nvPr>
        </p:nvSpPr>
        <p:spPr>
          <a:xfrm flipH="1">
            <a:off x="2229450" y="2690526"/>
            <a:ext cx="4685100" cy="558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Challenges Faced</a:t>
            </a:r>
            <a:endParaRPr dirty="0"/>
          </a:p>
        </p:txBody>
      </p:sp>
      <p:sp>
        <p:nvSpPr>
          <p:cNvPr id="290" name="Google Shape;290;p31"/>
          <p:cNvSpPr txBox="1">
            <a:spLocks noGrp="1"/>
          </p:cNvSpPr>
          <p:nvPr>
            <p:ph type="title"/>
          </p:nvPr>
        </p:nvSpPr>
        <p:spPr>
          <a:xfrm rot="-59787">
            <a:off x="3002163" y="1276077"/>
            <a:ext cx="3139675" cy="109576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04</a:t>
            </a:r>
            <a:endParaRPr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292" name="Google Shape;292;p31"/>
          <p:cNvCxnSpPr/>
          <p:nvPr/>
        </p:nvCxnSpPr>
        <p:spPr>
          <a:xfrm>
            <a:off x="2377650" y="3324129"/>
            <a:ext cx="43887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3" name="Google Shape;293;p31"/>
          <p:cNvSpPr txBox="1"/>
          <p:nvPr/>
        </p:nvSpPr>
        <p:spPr>
          <a:xfrm rot="540321">
            <a:off x="7304786" y="3816140"/>
            <a:ext cx="1774776" cy="43827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accent2"/>
                </a:solidFill>
                <a:latin typeface="Jost SemiBold"/>
                <a:ea typeface="Jost SemiBold"/>
                <a:cs typeface="Jost SemiBold"/>
                <a:sym typeface="Jost SemiBold"/>
              </a:rPr>
              <a:t>2022</a:t>
            </a:r>
            <a:endParaRPr sz="1900">
              <a:solidFill>
                <a:schemeClr val="accent2"/>
              </a:solidFill>
              <a:latin typeface="Jost SemiBold"/>
              <a:ea typeface="Jost SemiBold"/>
              <a:cs typeface="Jost SemiBold"/>
              <a:sym typeface="Jost SemiBold"/>
            </a:endParaRPr>
          </a:p>
        </p:txBody>
      </p:sp>
      <p:grpSp>
        <p:nvGrpSpPr>
          <p:cNvPr id="294" name="Google Shape;294;p31"/>
          <p:cNvGrpSpPr/>
          <p:nvPr/>
        </p:nvGrpSpPr>
        <p:grpSpPr>
          <a:xfrm rot="-654054">
            <a:off x="-62251" y="1005636"/>
            <a:ext cx="1149835" cy="1149835"/>
            <a:chOff x="-1332859" y="1178876"/>
            <a:chExt cx="1149900" cy="1149900"/>
          </a:xfrm>
        </p:grpSpPr>
        <p:sp>
          <p:nvSpPr>
            <p:cNvPr id="295" name="Google Shape;295;p31"/>
            <p:cNvSpPr/>
            <p:nvPr/>
          </p:nvSpPr>
          <p:spPr>
            <a:xfrm>
              <a:off x="-1332859" y="1178876"/>
              <a:ext cx="1149900" cy="1149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31"/>
            <p:cNvSpPr/>
            <p:nvPr/>
          </p:nvSpPr>
          <p:spPr>
            <a:xfrm>
              <a:off x="-1069494" y="1466133"/>
              <a:ext cx="623187" cy="575380"/>
            </a:xfrm>
            <a:custGeom>
              <a:avLst/>
              <a:gdLst/>
              <a:ahLst/>
              <a:cxnLst/>
              <a:rect l="l" t="t" r="r" b="b"/>
              <a:pathLst>
                <a:path w="19423" h="17933" extrusionOk="0">
                  <a:moveTo>
                    <a:pt x="7198" y="1"/>
                  </a:moveTo>
                  <a:cubicBezTo>
                    <a:pt x="4964" y="1"/>
                    <a:pt x="2780" y="1694"/>
                    <a:pt x="2780" y="4384"/>
                  </a:cubicBezTo>
                  <a:cubicBezTo>
                    <a:pt x="2780" y="4786"/>
                    <a:pt x="2832" y="5188"/>
                    <a:pt x="2955" y="5573"/>
                  </a:cubicBezTo>
                  <a:cubicBezTo>
                    <a:pt x="0" y="7636"/>
                    <a:pt x="1451" y="12268"/>
                    <a:pt x="5070" y="12268"/>
                  </a:cubicBezTo>
                  <a:lnTo>
                    <a:pt x="5245" y="12268"/>
                  </a:lnTo>
                  <a:cubicBezTo>
                    <a:pt x="5245" y="12775"/>
                    <a:pt x="5315" y="13282"/>
                    <a:pt x="5472" y="13772"/>
                  </a:cubicBezTo>
                  <a:cubicBezTo>
                    <a:pt x="5542" y="13982"/>
                    <a:pt x="5752" y="14139"/>
                    <a:pt x="5979" y="14139"/>
                  </a:cubicBezTo>
                  <a:cubicBezTo>
                    <a:pt x="6031" y="14139"/>
                    <a:pt x="6084" y="14121"/>
                    <a:pt x="6136" y="14104"/>
                  </a:cubicBezTo>
                  <a:cubicBezTo>
                    <a:pt x="6399" y="14016"/>
                    <a:pt x="6556" y="13737"/>
                    <a:pt x="6468" y="13457"/>
                  </a:cubicBezTo>
                  <a:cubicBezTo>
                    <a:pt x="5603" y="10694"/>
                    <a:pt x="7780" y="8209"/>
                    <a:pt x="10312" y="8209"/>
                  </a:cubicBezTo>
                  <a:cubicBezTo>
                    <a:pt x="10951" y="8209"/>
                    <a:pt x="11613" y="8367"/>
                    <a:pt x="12255" y="8720"/>
                  </a:cubicBezTo>
                  <a:lnTo>
                    <a:pt x="11486" y="8860"/>
                  </a:lnTo>
                  <a:cubicBezTo>
                    <a:pt x="10845" y="8946"/>
                    <a:pt x="10925" y="9891"/>
                    <a:pt x="11556" y="9891"/>
                  </a:cubicBezTo>
                  <a:cubicBezTo>
                    <a:pt x="11561" y="9891"/>
                    <a:pt x="11567" y="9891"/>
                    <a:pt x="11573" y="9891"/>
                  </a:cubicBezTo>
                  <a:lnTo>
                    <a:pt x="11678" y="9891"/>
                  </a:lnTo>
                  <a:lnTo>
                    <a:pt x="13618" y="9559"/>
                  </a:lnTo>
                  <a:cubicBezTo>
                    <a:pt x="13915" y="9506"/>
                    <a:pt x="14108" y="9227"/>
                    <a:pt x="14055" y="8947"/>
                  </a:cubicBezTo>
                  <a:lnTo>
                    <a:pt x="13706" y="6989"/>
                  </a:lnTo>
                  <a:cubicBezTo>
                    <a:pt x="13653" y="6693"/>
                    <a:pt x="13428" y="6558"/>
                    <a:pt x="13200" y="6558"/>
                  </a:cubicBezTo>
                  <a:cubicBezTo>
                    <a:pt x="12905" y="6558"/>
                    <a:pt x="12605" y="6786"/>
                    <a:pt x="12674" y="7181"/>
                  </a:cubicBezTo>
                  <a:lnTo>
                    <a:pt x="12797" y="7811"/>
                  </a:lnTo>
                  <a:cubicBezTo>
                    <a:pt x="12006" y="7374"/>
                    <a:pt x="11164" y="7172"/>
                    <a:pt x="10341" y="7172"/>
                  </a:cubicBezTo>
                  <a:cubicBezTo>
                    <a:pt x="8034" y="7172"/>
                    <a:pt x="5870" y="8759"/>
                    <a:pt x="5367" y="11219"/>
                  </a:cubicBezTo>
                  <a:lnTo>
                    <a:pt x="5070" y="11219"/>
                  </a:lnTo>
                  <a:cubicBezTo>
                    <a:pt x="5056" y="11220"/>
                    <a:pt x="5042" y="11220"/>
                    <a:pt x="5028" y="11220"/>
                  </a:cubicBezTo>
                  <a:cubicBezTo>
                    <a:pt x="2558" y="11220"/>
                    <a:pt x="1445" y="8134"/>
                    <a:pt x="3374" y="6569"/>
                  </a:cubicBezTo>
                  <a:lnTo>
                    <a:pt x="3374" y="6569"/>
                  </a:lnTo>
                  <a:cubicBezTo>
                    <a:pt x="3567" y="6902"/>
                    <a:pt x="3794" y="7199"/>
                    <a:pt x="4056" y="7478"/>
                  </a:cubicBezTo>
                  <a:cubicBezTo>
                    <a:pt x="4174" y="7592"/>
                    <a:pt x="4303" y="7640"/>
                    <a:pt x="4427" y="7640"/>
                  </a:cubicBezTo>
                  <a:cubicBezTo>
                    <a:pt x="4838" y="7640"/>
                    <a:pt x="5184" y="7116"/>
                    <a:pt x="4808" y="6727"/>
                  </a:cubicBezTo>
                  <a:cubicBezTo>
                    <a:pt x="4493" y="6412"/>
                    <a:pt x="4231" y="6028"/>
                    <a:pt x="4073" y="5608"/>
                  </a:cubicBezTo>
                  <a:cubicBezTo>
                    <a:pt x="3916" y="5206"/>
                    <a:pt x="3829" y="4804"/>
                    <a:pt x="3829" y="4384"/>
                  </a:cubicBezTo>
                  <a:cubicBezTo>
                    <a:pt x="3829" y="2347"/>
                    <a:pt x="5485" y="1055"/>
                    <a:pt x="7181" y="1055"/>
                  </a:cubicBezTo>
                  <a:cubicBezTo>
                    <a:pt x="8133" y="1055"/>
                    <a:pt x="9098" y="1462"/>
                    <a:pt x="9790" y="2374"/>
                  </a:cubicBezTo>
                  <a:cubicBezTo>
                    <a:pt x="9720" y="2444"/>
                    <a:pt x="9633" y="2514"/>
                    <a:pt x="9563" y="2584"/>
                  </a:cubicBezTo>
                  <a:cubicBezTo>
                    <a:pt x="9172" y="2961"/>
                    <a:pt x="9529" y="3494"/>
                    <a:pt x="9946" y="3494"/>
                  </a:cubicBezTo>
                  <a:cubicBezTo>
                    <a:pt x="10069" y="3494"/>
                    <a:pt x="10198" y="3447"/>
                    <a:pt x="10314" y="3335"/>
                  </a:cubicBezTo>
                  <a:cubicBezTo>
                    <a:pt x="10454" y="3196"/>
                    <a:pt x="10629" y="3056"/>
                    <a:pt x="10804" y="2933"/>
                  </a:cubicBezTo>
                  <a:cubicBezTo>
                    <a:pt x="11315" y="2603"/>
                    <a:pt x="11868" y="2453"/>
                    <a:pt x="12408" y="2453"/>
                  </a:cubicBezTo>
                  <a:cubicBezTo>
                    <a:pt x="13953" y="2453"/>
                    <a:pt x="15384" y="3684"/>
                    <a:pt x="15384" y="5433"/>
                  </a:cubicBezTo>
                  <a:cubicBezTo>
                    <a:pt x="15384" y="5643"/>
                    <a:pt x="15366" y="5835"/>
                    <a:pt x="15331" y="6045"/>
                  </a:cubicBezTo>
                  <a:cubicBezTo>
                    <a:pt x="15267" y="6369"/>
                    <a:pt x="15517" y="6663"/>
                    <a:pt x="15846" y="6663"/>
                  </a:cubicBezTo>
                  <a:cubicBezTo>
                    <a:pt x="15872" y="6663"/>
                    <a:pt x="15899" y="6661"/>
                    <a:pt x="15926" y="6657"/>
                  </a:cubicBezTo>
                  <a:cubicBezTo>
                    <a:pt x="17167" y="6657"/>
                    <a:pt x="18198" y="7688"/>
                    <a:pt x="18198" y="8947"/>
                  </a:cubicBezTo>
                  <a:cubicBezTo>
                    <a:pt x="18198" y="10188"/>
                    <a:pt x="17167" y="11219"/>
                    <a:pt x="15926" y="11219"/>
                  </a:cubicBezTo>
                  <a:lnTo>
                    <a:pt x="15279" y="11219"/>
                  </a:lnTo>
                  <a:cubicBezTo>
                    <a:pt x="15244" y="11045"/>
                    <a:pt x="15209" y="10887"/>
                    <a:pt x="15157" y="10713"/>
                  </a:cubicBezTo>
                  <a:cubicBezTo>
                    <a:pt x="15075" y="10455"/>
                    <a:pt x="14876" y="10345"/>
                    <a:pt x="14674" y="10345"/>
                  </a:cubicBezTo>
                  <a:cubicBezTo>
                    <a:pt x="14356" y="10345"/>
                    <a:pt x="14032" y="10620"/>
                    <a:pt x="14160" y="11027"/>
                  </a:cubicBezTo>
                  <a:cubicBezTo>
                    <a:pt x="15026" y="13791"/>
                    <a:pt x="12849" y="16276"/>
                    <a:pt x="10317" y="16276"/>
                  </a:cubicBezTo>
                  <a:cubicBezTo>
                    <a:pt x="9677" y="16276"/>
                    <a:pt x="9015" y="16117"/>
                    <a:pt x="8374" y="15765"/>
                  </a:cubicBezTo>
                  <a:lnTo>
                    <a:pt x="9143" y="15625"/>
                  </a:lnTo>
                  <a:cubicBezTo>
                    <a:pt x="9787" y="15509"/>
                    <a:pt x="9667" y="14583"/>
                    <a:pt x="9063" y="14583"/>
                  </a:cubicBezTo>
                  <a:cubicBezTo>
                    <a:pt x="9027" y="14583"/>
                    <a:pt x="8990" y="14587"/>
                    <a:pt x="8951" y="14593"/>
                  </a:cubicBezTo>
                  <a:lnTo>
                    <a:pt x="7010" y="14943"/>
                  </a:lnTo>
                  <a:cubicBezTo>
                    <a:pt x="6713" y="14978"/>
                    <a:pt x="6521" y="15258"/>
                    <a:pt x="6573" y="15555"/>
                  </a:cubicBezTo>
                  <a:lnTo>
                    <a:pt x="6923" y="17495"/>
                  </a:lnTo>
                  <a:cubicBezTo>
                    <a:pt x="6958" y="17740"/>
                    <a:pt x="7168" y="17932"/>
                    <a:pt x="7430" y="17932"/>
                  </a:cubicBezTo>
                  <a:lnTo>
                    <a:pt x="7517" y="17932"/>
                  </a:lnTo>
                  <a:cubicBezTo>
                    <a:pt x="7815" y="17880"/>
                    <a:pt x="8007" y="17618"/>
                    <a:pt x="7954" y="17320"/>
                  </a:cubicBezTo>
                  <a:lnTo>
                    <a:pt x="7849" y="16691"/>
                  </a:lnTo>
                  <a:lnTo>
                    <a:pt x="7849" y="16691"/>
                  </a:lnTo>
                  <a:cubicBezTo>
                    <a:pt x="8646" y="17133"/>
                    <a:pt x="9485" y="17335"/>
                    <a:pt x="10303" y="17335"/>
                  </a:cubicBezTo>
                  <a:cubicBezTo>
                    <a:pt x="12949" y="17335"/>
                    <a:pt x="15371" y="15220"/>
                    <a:pt x="15384" y="12268"/>
                  </a:cubicBezTo>
                  <a:lnTo>
                    <a:pt x="15926" y="12268"/>
                  </a:lnTo>
                  <a:cubicBezTo>
                    <a:pt x="15948" y="12269"/>
                    <a:pt x="15970" y="12269"/>
                    <a:pt x="15992" y="12269"/>
                  </a:cubicBezTo>
                  <a:cubicBezTo>
                    <a:pt x="17712" y="12269"/>
                    <a:pt x="19162" y="10935"/>
                    <a:pt x="19300" y="9209"/>
                  </a:cubicBezTo>
                  <a:cubicBezTo>
                    <a:pt x="19422" y="7444"/>
                    <a:pt x="18163" y="5888"/>
                    <a:pt x="16433" y="5660"/>
                  </a:cubicBezTo>
                  <a:lnTo>
                    <a:pt x="16433" y="5433"/>
                  </a:lnTo>
                  <a:cubicBezTo>
                    <a:pt x="16419" y="3116"/>
                    <a:pt x="14512" y="1409"/>
                    <a:pt x="12395" y="1409"/>
                  </a:cubicBezTo>
                  <a:cubicBezTo>
                    <a:pt x="11828" y="1409"/>
                    <a:pt x="11246" y="1531"/>
                    <a:pt x="10681" y="1797"/>
                  </a:cubicBezTo>
                  <a:cubicBezTo>
                    <a:pt x="9771" y="556"/>
                    <a:pt x="8476" y="1"/>
                    <a:pt x="719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97" name="Google Shape;297;p31"/>
          <p:cNvGrpSpPr/>
          <p:nvPr/>
        </p:nvGrpSpPr>
        <p:grpSpPr>
          <a:xfrm>
            <a:off x="524741" y="319401"/>
            <a:ext cx="1149900" cy="1149900"/>
            <a:chOff x="783766" y="1851351"/>
            <a:chExt cx="1149900" cy="1149900"/>
          </a:xfrm>
        </p:grpSpPr>
        <p:sp>
          <p:nvSpPr>
            <p:cNvPr id="298" name="Google Shape;298;p31"/>
            <p:cNvSpPr/>
            <p:nvPr/>
          </p:nvSpPr>
          <p:spPr>
            <a:xfrm>
              <a:off x="783766" y="1851351"/>
              <a:ext cx="1149900" cy="11499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99" name="Google Shape;299;p31"/>
            <p:cNvGrpSpPr/>
            <p:nvPr/>
          </p:nvGrpSpPr>
          <p:grpSpPr>
            <a:xfrm>
              <a:off x="1007976" y="2192980"/>
              <a:ext cx="701684" cy="466733"/>
              <a:chOff x="3992088" y="1299025"/>
              <a:chExt cx="486875" cy="323850"/>
            </a:xfrm>
          </p:grpSpPr>
          <p:sp>
            <p:nvSpPr>
              <p:cNvPr id="300" name="Google Shape;300;p31"/>
              <p:cNvSpPr/>
              <p:nvPr/>
            </p:nvSpPr>
            <p:spPr>
              <a:xfrm>
                <a:off x="3992088" y="1299025"/>
                <a:ext cx="486875" cy="323850"/>
              </a:xfrm>
              <a:custGeom>
                <a:avLst/>
                <a:gdLst/>
                <a:ahLst/>
                <a:cxnLst/>
                <a:rect l="l" t="t" r="r" b="b"/>
                <a:pathLst>
                  <a:path w="19475" h="12954" extrusionOk="0">
                    <a:moveTo>
                      <a:pt x="12097" y="1381"/>
                    </a:moveTo>
                    <a:cubicBezTo>
                      <a:pt x="12080" y="1416"/>
                      <a:pt x="12080" y="1451"/>
                      <a:pt x="12062" y="1469"/>
                    </a:cubicBezTo>
                    <a:cubicBezTo>
                      <a:pt x="11940" y="1836"/>
                      <a:pt x="11835" y="2203"/>
                      <a:pt x="11783" y="2570"/>
                    </a:cubicBezTo>
                    <a:lnTo>
                      <a:pt x="10751" y="2570"/>
                    </a:lnTo>
                    <a:cubicBezTo>
                      <a:pt x="11083" y="2063"/>
                      <a:pt x="11555" y="1644"/>
                      <a:pt x="12097" y="1381"/>
                    </a:cubicBezTo>
                    <a:close/>
                    <a:moveTo>
                      <a:pt x="13548" y="1049"/>
                    </a:moveTo>
                    <a:cubicBezTo>
                      <a:pt x="13601" y="1049"/>
                      <a:pt x="13828" y="1224"/>
                      <a:pt x="14055" y="1888"/>
                    </a:cubicBezTo>
                    <a:cubicBezTo>
                      <a:pt x="14143" y="2116"/>
                      <a:pt x="14195" y="2343"/>
                      <a:pt x="14247" y="2570"/>
                    </a:cubicBezTo>
                    <a:lnTo>
                      <a:pt x="12849" y="2570"/>
                    </a:lnTo>
                    <a:cubicBezTo>
                      <a:pt x="12901" y="2343"/>
                      <a:pt x="12954" y="2116"/>
                      <a:pt x="13041" y="1888"/>
                    </a:cubicBezTo>
                    <a:cubicBezTo>
                      <a:pt x="13251" y="1224"/>
                      <a:pt x="13496" y="1067"/>
                      <a:pt x="13548" y="1049"/>
                    </a:cubicBezTo>
                    <a:close/>
                    <a:moveTo>
                      <a:pt x="14999" y="1381"/>
                    </a:moveTo>
                    <a:lnTo>
                      <a:pt x="14999" y="1381"/>
                    </a:lnTo>
                    <a:cubicBezTo>
                      <a:pt x="15541" y="1661"/>
                      <a:pt x="16013" y="2063"/>
                      <a:pt x="16345" y="2570"/>
                    </a:cubicBezTo>
                    <a:lnTo>
                      <a:pt x="15314" y="2570"/>
                    </a:lnTo>
                    <a:cubicBezTo>
                      <a:pt x="15261" y="2203"/>
                      <a:pt x="15156" y="1836"/>
                      <a:pt x="15034" y="1486"/>
                    </a:cubicBezTo>
                    <a:cubicBezTo>
                      <a:pt x="15034" y="1451"/>
                      <a:pt x="15017" y="1416"/>
                      <a:pt x="14999" y="1381"/>
                    </a:cubicBezTo>
                    <a:close/>
                    <a:moveTo>
                      <a:pt x="6993" y="1049"/>
                    </a:moveTo>
                    <a:lnTo>
                      <a:pt x="6993" y="3497"/>
                    </a:lnTo>
                    <a:lnTo>
                      <a:pt x="1049" y="3497"/>
                    </a:lnTo>
                    <a:lnTo>
                      <a:pt x="1049" y="1049"/>
                    </a:lnTo>
                    <a:close/>
                    <a:moveTo>
                      <a:pt x="11643" y="3619"/>
                    </a:moveTo>
                    <a:cubicBezTo>
                      <a:pt x="11625" y="3864"/>
                      <a:pt x="11625" y="4126"/>
                      <a:pt x="11625" y="4371"/>
                    </a:cubicBezTo>
                    <a:cubicBezTo>
                      <a:pt x="11625" y="4633"/>
                      <a:pt x="11625" y="4895"/>
                      <a:pt x="11643" y="5140"/>
                    </a:cubicBezTo>
                    <a:lnTo>
                      <a:pt x="10314" y="5140"/>
                    </a:lnTo>
                    <a:cubicBezTo>
                      <a:pt x="10244" y="4895"/>
                      <a:pt x="10227" y="4633"/>
                      <a:pt x="10227" y="4371"/>
                    </a:cubicBezTo>
                    <a:cubicBezTo>
                      <a:pt x="10227" y="4126"/>
                      <a:pt x="10244" y="3864"/>
                      <a:pt x="10314" y="3619"/>
                    </a:cubicBezTo>
                    <a:close/>
                    <a:moveTo>
                      <a:pt x="14387" y="3619"/>
                    </a:moveTo>
                    <a:cubicBezTo>
                      <a:pt x="14422" y="3864"/>
                      <a:pt x="14422" y="4126"/>
                      <a:pt x="14422" y="4371"/>
                    </a:cubicBezTo>
                    <a:cubicBezTo>
                      <a:pt x="14422" y="4633"/>
                      <a:pt x="14422" y="4895"/>
                      <a:pt x="14387" y="5140"/>
                    </a:cubicBezTo>
                    <a:lnTo>
                      <a:pt x="12709" y="5140"/>
                    </a:lnTo>
                    <a:cubicBezTo>
                      <a:pt x="12692" y="4895"/>
                      <a:pt x="12674" y="4633"/>
                      <a:pt x="12674" y="4371"/>
                    </a:cubicBezTo>
                    <a:cubicBezTo>
                      <a:pt x="12674" y="4126"/>
                      <a:pt x="12674" y="3864"/>
                      <a:pt x="12709" y="3619"/>
                    </a:cubicBezTo>
                    <a:close/>
                    <a:moveTo>
                      <a:pt x="16782" y="3619"/>
                    </a:moveTo>
                    <a:cubicBezTo>
                      <a:pt x="16852" y="3864"/>
                      <a:pt x="16870" y="4126"/>
                      <a:pt x="16870" y="4371"/>
                    </a:cubicBezTo>
                    <a:cubicBezTo>
                      <a:pt x="16870" y="4633"/>
                      <a:pt x="16852" y="4895"/>
                      <a:pt x="16782" y="5140"/>
                    </a:cubicBezTo>
                    <a:lnTo>
                      <a:pt x="15454" y="5140"/>
                    </a:lnTo>
                    <a:cubicBezTo>
                      <a:pt x="15471" y="4895"/>
                      <a:pt x="15471" y="4633"/>
                      <a:pt x="15471" y="4371"/>
                    </a:cubicBezTo>
                    <a:cubicBezTo>
                      <a:pt x="15471" y="4126"/>
                      <a:pt x="15471" y="3864"/>
                      <a:pt x="15454" y="3619"/>
                    </a:cubicBezTo>
                    <a:close/>
                    <a:moveTo>
                      <a:pt x="6993" y="4545"/>
                    </a:moveTo>
                    <a:lnTo>
                      <a:pt x="6993" y="5612"/>
                    </a:lnTo>
                    <a:lnTo>
                      <a:pt x="1049" y="5612"/>
                    </a:lnTo>
                    <a:lnTo>
                      <a:pt x="1049" y="4545"/>
                    </a:lnTo>
                    <a:close/>
                    <a:moveTo>
                      <a:pt x="11783" y="6189"/>
                    </a:moveTo>
                    <a:cubicBezTo>
                      <a:pt x="11835" y="6556"/>
                      <a:pt x="11940" y="6923"/>
                      <a:pt x="12062" y="7273"/>
                    </a:cubicBezTo>
                    <a:cubicBezTo>
                      <a:pt x="12062" y="7308"/>
                      <a:pt x="12080" y="7342"/>
                      <a:pt x="12097" y="7377"/>
                    </a:cubicBezTo>
                    <a:cubicBezTo>
                      <a:pt x="11555" y="7098"/>
                      <a:pt x="11083" y="6696"/>
                      <a:pt x="10751" y="6189"/>
                    </a:cubicBezTo>
                    <a:close/>
                    <a:moveTo>
                      <a:pt x="16328" y="6189"/>
                    </a:moveTo>
                    <a:cubicBezTo>
                      <a:pt x="16013" y="6696"/>
                      <a:pt x="15541" y="7098"/>
                      <a:pt x="14999" y="7377"/>
                    </a:cubicBezTo>
                    <a:cubicBezTo>
                      <a:pt x="14999" y="7342"/>
                      <a:pt x="15017" y="7308"/>
                      <a:pt x="15034" y="7273"/>
                    </a:cubicBezTo>
                    <a:cubicBezTo>
                      <a:pt x="15156" y="6923"/>
                      <a:pt x="15261" y="6556"/>
                      <a:pt x="15314" y="6189"/>
                    </a:cubicBezTo>
                    <a:close/>
                    <a:moveTo>
                      <a:pt x="4633" y="6643"/>
                    </a:moveTo>
                    <a:lnTo>
                      <a:pt x="4790" y="7710"/>
                    </a:lnTo>
                    <a:lnTo>
                      <a:pt x="3234" y="7710"/>
                    </a:lnTo>
                    <a:lnTo>
                      <a:pt x="3409" y="6643"/>
                    </a:lnTo>
                    <a:close/>
                    <a:moveTo>
                      <a:pt x="14247" y="6189"/>
                    </a:moveTo>
                    <a:cubicBezTo>
                      <a:pt x="14195" y="6416"/>
                      <a:pt x="14143" y="6643"/>
                      <a:pt x="14055" y="6870"/>
                    </a:cubicBezTo>
                    <a:cubicBezTo>
                      <a:pt x="13828" y="7535"/>
                      <a:pt x="13601" y="7692"/>
                      <a:pt x="13548" y="7710"/>
                    </a:cubicBezTo>
                    <a:cubicBezTo>
                      <a:pt x="13496" y="7710"/>
                      <a:pt x="13268" y="7535"/>
                      <a:pt x="13041" y="6870"/>
                    </a:cubicBezTo>
                    <a:cubicBezTo>
                      <a:pt x="12954" y="6643"/>
                      <a:pt x="12901" y="6416"/>
                      <a:pt x="12849" y="6189"/>
                    </a:cubicBezTo>
                    <a:close/>
                    <a:moveTo>
                      <a:pt x="16870" y="8758"/>
                    </a:moveTo>
                    <a:lnTo>
                      <a:pt x="16870" y="11888"/>
                    </a:lnTo>
                    <a:lnTo>
                      <a:pt x="1049" y="11888"/>
                    </a:lnTo>
                    <a:lnTo>
                      <a:pt x="1049" y="8758"/>
                    </a:lnTo>
                    <a:close/>
                    <a:moveTo>
                      <a:pt x="525" y="0"/>
                    </a:moveTo>
                    <a:cubicBezTo>
                      <a:pt x="245" y="0"/>
                      <a:pt x="0" y="245"/>
                      <a:pt x="0" y="525"/>
                    </a:cubicBezTo>
                    <a:lnTo>
                      <a:pt x="0" y="6136"/>
                    </a:lnTo>
                    <a:cubicBezTo>
                      <a:pt x="0" y="6416"/>
                      <a:pt x="245" y="6661"/>
                      <a:pt x="525" y="6661"/>
                    </a:cubicBezTo>
                    <a:lnTo>
                      <a:pt x="2360" y="6661"/>
                    </a:lnTo>
                    <a:lnTo>
                      <a:pt x="2185" y="7710"/>
                    </a:lnTo>
                    <a:lnTo>
                      <a:pt x="525" y="7710"/>
                    </a:lnTo>
                    <a:cubicBezTo>
                      <a:pt x="227" y="7710"/>
                      <a:pt x="0" y="7937"/>
                      <a:pt x="0" y="8234"/>
                    </a:cubicBezTo>
                    <a:lnTo>
                      <a:pt x="0" y="12430"/>
                    </a:lnTo>
                    <a:cubicBezTo>
                      <a:pt x="0" y="12709"/>
                      <a:pt x="227" y="12954"/>
                      <a:pt x="525" y="12954"/>
                    </a:cubicBezTo>
                    <a:lnTo>
                      <a:pt x="17394" y="12954"/>
                    </a:lnTo>
                    <a:cubicBezTo>
                      <a:pt x="17691" y="12954"/>
                      <a:pt x="17919" y="12709"/>
                      <a:pt x="17919" y="12430"/>
                    </a:cubicBezTo>
                    <a:lnTo>
                      <a:pt x="17919" y="8234"/>
                    </a:lnTo>
                    <a:cubicBezTo>
                      <a:pt x="17919" y="7937"/>
                      <a:pt x="17691" y="7710"/>
                      <a:pt x="17394" y="7710"/>
                    </a:cubicBezTo>
                    <a:lnTo>
                      <a:pt x="16398" y="7710"/>
                    </a:lnTo>
                    <a:cubicBezTo>
                      <a:pt x="19474" y="5070"/>
                      <a:pt x="17604" y="18"/>
                      <a:pt x="13548" y="18"/>
                    </a:cubicBezTo>
                    <a:cubicBezTo>
                      <a:pt x="9492" y="18"/>
                      <a:pt x="7622" y="5070"/>
                      <a:pt x="10716" y="7710"/>
                    </a:cubicBezTo>
                    <a:lnTo>
                      <a:pt x="5874" y="7710"/>
                    </a:lnTo>
                    <a:lnTo>
                      <a:pt x="5699" y="6661"/>
                    </a:lnTo>
                    <a:lnTo>
                      <a:pt x="7517" y="6661"/>
                    </a:lnTo>
                    <a:cubicBezTo>
                      <a:pt x="7814" y="6661"/>
                      <a:pt x="8059" y="6416"/>
                      <a:pt x="8059" y="6136"/>
                    </a:cubicBezTo>
                    <a:lnTo>
                      <a:pt x="8059" y="525"/>
                    </a:lnTo>
                    <a:cubicBezTo>
                      <a:pt x="8042" y="245"/>
                      <a:pt x="7814" y="0"/>
                      <a:pt x="751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31"/>
              <p:cNvSpPr/>
              <p:nvPr/>
            </p:nvSpPr>
            <p:spPr>
              <a:xfrm>
                <a:off x="4040163" y="1544200"/>
                <a:ext cx="30600" cy="26150"/>
              </a:xfrm>
              <a:custGeom>
                <a:avLst/>
                <a:gdLst/>
                <a:ahLst/>
                <a:cxnLst/>
                <a:rect l="l" t="t" r="r" b="b"/>
                <a:pathLst>
                  <a:path w="1224" h="1046" extrusionOk="0">
                    <a:moveTo>
                      <a:pt x="699" y="0"/>
                    </a:moveTo>
                    <a:cubicBezTo>
                      <a:pt x="227" y="0"/>
                      <a:pt x="0" y="560"/>
                      <a:pt x="332" y="892"/>
                    </a:cubicBezTo>
                    <a:cubicBezTo>
                      <a:pt x="439" y="998"/>
                      <a:pt x="569" y="1046"/>
                      <a:pt x="696" y="1046"/>
                    </a:cubicBezTo>
                    <a:cubicBezTo>
                      <a:pt x="966" y="1046"/>
                      <a:pt x="1224" y="834"/>
                      <a:pt x="1224" y="525"/>
                    </a:cubicBezTo>
                    <a:cubicBezTo>
                      <a:pt x="1224" y="228"/>
                      <a:pt x="997" y="0"/>
                      <a:pt x="69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31"/>
              <p:cNvSpPr/>
              <p:nvPr/>
            </p:nvSpPr>
            <p:spPr>
              <a:xfrm>
                <a:off x="4092588" y="1544200"/>
                <a:ext cx="30625" cy="26150"/>
              </a:xfrm>
              <a:custGeom>
                <a:avLst/>
                <a:gdLst/>
                <a:ahLst/>
                <a:cxnLst/>
                <a:rect l="l" t="t" r="r" b="b"/>
                <a:pathLst>
                  <a:path w="1225" h="1046" extrusionOk="0">
                    <a:moveTo>
                      <a:pt x="700" y="0"/>
                    </a:moveTo>
                    <a:cubicBezTo>
                      <a:pt x="228" y="0"/>
                      <a:pt x="1" y="560"/>
                      <a:pt x="333" y="892"/>
                    </a:cubicBezTo>
                    <a:cubicBezTo>
                      <a:pt x="439" y="998"/>
                      <a:pt x="569" y="1046"/>
                      <a:pt x="697" y="1046"/>
                    </a:cubicBezTo>
                    <a:cubicBezTo>
                      <a:pt x="966" y="1046"/>
                      <a:pt x="1225" y="834"/>
                      <a:pt x="1225" y="525"/>
                    </a:cubicBezTo>
                    <a:cubicBezTo>
                      <a:pt x="1225" y="228"/>
                      <a:pt x="997" y="0"/>
                      <a:pt x="7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31"/>
              <p:cNvSpPr/>
              <p:nvPr/>
            </p:nvSpPr>
            <p:spPr>
              <a:xfrm>
                <a:off x="4256488" y="1544200"/>
                <a:ext cx="134625" cy="26250"/>
              </a:xfrm>
              <a:custGeom>
                <a:avLst/>
                <a:gdLst/>
                <a:ahLst/>
                <a:cxnLst/>
                <a:rect l="l" t="t" r="r" b="b"/>
                <a:pathLst>
                  <a:path w="5385" h="1050" extrusionOk="0">
                    <a:moveTo>
                      <a:pt x="525" y="0"/>
                    </a:moveTo>
                    <a:cubicBezTo>
                      <a:pt x="228" y="0"/>
                      <a:pt x="0" y="228"/>
                      <a:pt x="0" y="525"/>
                    </a:cubicBezTo>
                    <a:cubicBezTo>
                      <a:pt x="0" y="804"/>
                      <a:pt x="228" y="1049"/>
                      <a:pt x="525" y="1049"/>
                    </a:cubicBezTo>
                    <a:lnTo>
                      <a:pt x="4720" y="1049"/>
                    </a:lnTo>
                    <a:cubicBezTo>
                      <a:pt x="5385" y="997"/>
                      <a:pt x="5385" y="35"/>
                      <a:pt x="472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5" name="Picture 2" descr="RV TechLear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730" y="119664"/>
            <a:ext cx="913681" cy="91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09154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5"/>
          <p:cNvSpPr txBox="1">
            <a:spLocks noGrp="1"/>
          </p:cNvSpPr>
          <p:nvPr>
            <p:ph type="title"/>
          </p:nvPr>
        </p:nvSpPr>
        <p:spPr>
          <a:xfrm>
            <a:off x="730825" y="535650"/>
            <a:ext cx="7682400" cy="46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Challenges Faced</a:t>
            </a:r>
            <a:endParaRPr dirty="0"/>
          </a:p>
        </p:txBody>
      </p:sp>
      <p:cxnSp>
        <p:nvCxnSpPr>
          <p:cNvPr id="374" name="Google Shape;374;p35"/>
          <p:cNvCxnSpPr/>
          <p:nvPr/>
        </p:nvCxnSpPr>
        <p:spPr>
          <a:xfrm>
            <a:off x="3141450" y="1033750"/>
            <a:ext cx="28611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75" name="Google Shape;375;p35"/>
          <p:cNvSpPr txBox="1">
            <a:spLocks noGrp="1"/>
          </p:cNvSpPr>
          <p:nvPr>
            <p:ph type="body" idx="1"/>
          </p:nvPr>
        </p:nvSpPr>
        <p:spPr>
          <a:xfrm>
            <a:off x="2556900" y="1700769"/>
            <a:ext cx="6587100" cy="39528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/>
              <a:t>Misconfigured IAM policy prevented initial event </a:t>
            </a:r>
            <a:r>
              <a:rPr lang="en-US" altLang="en-US" dirty="0" smtClean="0"/>
              <a:t>triggering.</a:t>
            </a:r>
          </a:p>
        </p:txBody>
      </p:sp>
      <p:sp>
        <p:nvSpPr>
          <p:cNvPr id="7" name="Google Shape;375;p35"/>
          <p:cNvSpPr txBox="1">
            <a:spLocks/>
          </p:cNvSpPr>
          <p:nvPr/>
        </p:nvSpPr>
        <p:spPr>
          <a:xfrm>
            <a:off x="2556900" y="3151654"/>
            <a:ext cx="6587100" cy="395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Jost SemiBold"/>
              <a:buChar char="●"/>
              <a:defRPr sz="1600" b="0" i="0" u="none" strike="noStrike" cap="none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"/>
              <a:buChar char="○"/>
              <a:defRPr sz="1600" b="0" i="0" u="none" strike="noStrike" cap="none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"/>
              <a:buChar char="■"/>
              <a:defRPr sz="1600" b="0" i="0" u="none" strike="noStrike" cap="none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"/>
              <a:buChar char="●"/>
              <a:defRPr sz="1600" b="0" i="0" u="none" strike="noStrike" cap="none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"/>
              <a:buChar char="○"/>
              <a:defRPr sz="1600" b="0" i="0" u="none" strike="noStrike" cap="none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5pPr>
            <a:lvl6pPr marL="2743200" marR="0" lvl="5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"/>
              <a:buChar char="■"/>
              <a:defRPr sz="1600" b="0" i="0" u="none" strike="noStrike" cap="none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6pPr>
            <a:lvl7pPr marL="3200400" marR="0" lvl="6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"/>
              <a:buChar char="●"/>
              <a:defRPr sz="1600" b="0" i="0" u="none" strike="noStrike" cap="none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7pPr>
            <a:lvl8pPr marL="3657600" marR="0" lvl="7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"/>
              <a:buChar char="○"/>
              <a:defRPr sz="1600" b="0" i="0" u="none" strike="noStrike" cap="none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8pPr>
            <a:lvl9pPr marL="4114800" marR="0" lvl="8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Montserrat"/>
              <a:buChar char="■"/>
              <a:defRPr sz="1600" b="0" i="0" u="none" strike="noStrike" cap="none">
                <a:solidFill>
                  <a:schemeClr val="accent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dirty="0"/>
              <a:t>Delay in SNS email subscription confirmation.</a:t>
            </a:r>
            <a:endParaRPr lang="en-US" altLang="en-US" dirty="0"/>
          </a:p>
        </p:txBody>
      </p:sp>
      <p:sp>
        <p:nvSpPr>
          <p:cNvPr id="8" name="Google Shape;253;p30"/>
          <p:cNvSpPr txBox="1">
            <a:spLocks/>
          </p:cNvSpPr>
          <p:nvPr/>
        </p:nvSpPr>
        <p:spPr>
          <a:xfrm rot="-60218" flipH="1">
            <a:off x="447769" y="1592766"/>
            <a:ext cx="1661355" cy="48877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mtClean="0"/>
              <a:t>01</a:t>
            </a:r>
            <a:endParaRPr lang="en"/>
          </a:p>
        </p:txBody>
      </p:sp>
      <p:sp>
        <p:nvSpPr>
          <p:cNvPr id="9" name="Google Shape;262;p30"/>
          <p:cNvSpPr txBox="1">
            <a:spLocks/>
          </p:cNvSpPr>
          <p:nvPr/>
        </p:nvSpPr>
        <p:spPr>
          <a:xfrm rot="60218">
            <a:off x="447770" y="3043651"/>
            <a:ext cx="1661355" cy="488772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" smtClean="0"/>
              <a:t>02</a:t>
            </a:r>
            <a:endParaRPr lang="en"/>
          </a:p>
        </p:txBody>
      </p:sp>
      <p:pic>
        <p:nvPicPr>
          <p:cNvPr id="10" name="Picture 2" descr="RV TechLear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730" y="119664"/>
            <a:ext cx="913681" cy="91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0" name="Google Shape;1090;p56"/>
          <p:cNvGrpSpPr/>
          <p:nvPr/>
        </p:nvGrpSpPr>
        <p:grpSpPr>
          <a:xfrm>
            <a:off x="418445" y="765418"/>
            <a:ext cx="704886" cy="692213"/>
            <a:chOff x="4395254" y="4252351"/>
            <a:chExt cx="617400" cy="606300"/>
          </a:xfrm>
        </p:grpSpPr>
        <p:sp>
          <p:nvSpPr>
            <p:cNvPr id="1091" name="Google Shape;1091;p56"/>
            <p:cNvSpPr/>
            <p:nvPr/>
          </p:nvSpPr>
          <p:spPr>
            <a:xfrm rot="1670">
              <a:off x="4395254" y="4252501"/>
              <a:ext cx="617400" cy="60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56"/>
            <p:cNvSpPr/>
            <p:nvPr/>
          </p:nvSpPr>
          <p:spPr>
            <a:xfrm>
              <a:off x="4522269" y="4373636"/>
              <a:ext cx="363371" cy="363731"/>
            </a:xfrm>
            <a:custGeom>
              <a:avLst/>
              <a:gdLst/>
              <a:ahLst/>
              <a:cxnLst/>
              <a:rect l="l" t="t" r="r" b="b"/>
              <a:pathLst>
                <a:path w="18164" h="18182" extrusionOk="0">
                  <a:moveTo>
                    <a:pt x="8621" y="1065"/>
                  </a:moveTo>
                  <a:lnTo>
                    <a:pt x="9082" y="1615"/>
                  </a:lnTo>
                  <a:cubicBezTo>
                    <a:pt x="9171" y="1739"/>
                    <a:pt x="9330" y="1810"/>
                    <a:pt x="9490" y="1810"/>
                  </a:cubicBezTo>
                  <a:lnTo>
                    <a:pt x="11920" y="1810"/>
                  </a:lnTo>
                  <a:lnTo>
                    <a:pt x="11920" y="5819"/>
                  </a:lnTo>
                  <a:lnTo>
                    <a:pt x="6244" y="5819"/>
                  </a:lnTo>
                  <a:lnTo>
                    <a:pt x="6244" y="1065"/>
                  </a:lnTo>
                  <a:close/>
                  <a:moveTo>
                    <a:pt x="3441" y="12364"/>
                  </a:moveTo>
                  <a:lnTo>
                    <a:pt x="3903" y="12914"/>
                  </a:lnTo>
                  <a:cubicBezTo>
                    <a:pt x="4009" y="13020"/>
                    <a:pt x="4151" y="13091"/>
                    <a:pt x="4311" y="13091"/>
                  </a:cubicBezTo>
                  <a:lnTo>
                    <a:pt x="6741" y="13091"/>
                  </a:lnTo>
                  <a:lnTo>
                    <a:pt x="6758" y="17100"/>
                  </a:lnTo>
                  <a:lnTo>
                    <a:pt x="1065" y="17100"/>
                  </a:lnTo>
                  <a:lnTo>
                    <a:pt x="1065" y="12364"/>
                  </a:lnTo>
                  <a:close/>
                  <a:moveTo>
                    <a:pt x="13800" y="12364"/>
                  </a:moveTo>
                  <a:lnTo>
                    <a:pt x="14261" y="12914"/>
                  </a:lnTo>
                  <a:cubicBezTo>
                    <a:pt x="14350" y="13020"/>
                    <a:pt x="14510" y="13091"/>
                    <a:pt x="14669" y="13091"/>
                  </a:cubicBezTo>
                  <a:lnTo>
                    <a:pt x="17099" y="13091"/>
                  </a:lnTo>
                  <a:lnTo>
                    <a:pt x="17099" y="17100"/>
                  </a:lnTo>
                  <a:lnTo>
                    <a:pt x="11405" y="17100"/>
                  </a:lnTo>
                  <a:lnTo>
                    <a:pt x="11405" y="12364"/>
                  </a:lnTo>
                  <a:close/>
                  <a:moveTo>
                    <a:pt x="5694" y="1"/>
                  </a:moveTo>
                  <a:cubicBezTo>
                    <a:pt x="5410" y="1"/>
                    <a:pt x="5162" y="249"/>
                    <a:pt x="5162" y="533"/>
                  </a:cubicBezTo>
                  <a:lnTo>
                    <a:pt x="5162" y="6120"/>
                  </a:lnTo>
                  <a:cubicBezTo>
                    <a:pt x="5162" y="6546"/>
                    <a:pt x="5517" y="6883"/>
                    <a:pt x="5942" y="6883"/>
                  </a:cubicBezTo>
                  <a:lnTo>
                    <a:pt x="8550" y="6883"/>
                  </a:lnTo>
                  <a:lnTo>
                    <a:pt x="8550" y="8799"/>
                  </a:lnTo>
                  <a:lnTo>
                    <a:pt x="4772" y="8799"/>
                  </a:lnTo>
                  <a:cubicBezTo>
                    <a:pt x="4470" y="8799"/>
                    <a:pt x="4240" y="9047"/>
                    <a:pt x="4240" y="9331"/>
                  </a:cubicBezTo>
                  <a:lnTo>
                    <a:pt x="4240" y="11654"/>
                  </a:lnTo>
                  <a:lnTo>
                    <a:pt x="4098" y="11495"/>
                  </a:lnTo>
                  <a:cubicBezTo>
                    <a:pt x="3991" y="11371"/>
                    <a:pt x="3849" y="11300"/>
                    <a:pt x="3690" y="11300"/>
                  </a:cubicBezTo>
                  <a:lnTo>
                    <a:pt x="532" y="11300"/>
                  </a:lnTo>
                  <a:cubicBezTo>
                    <a:pt x="231" y="11300"/>
                    <a:pt x="0" y="11530"/>
                    <a:pt x="0" y="11832"/>
                  </a:cubicBezTo>
                  <a:lnTo>
                    <a:pt x="0" y="17401"/>
                  </a:lnTo>
                  <a:cubicBezTo>
                    <a:pt x="0" y="17827"/>
                    <a:pt x="337" y="18182"/>
                    <a:pt x="763" y="18182"/>
                  </a:cubicBezTo>
                  <a:lnTo>
                    <a:pt x="7042" y="18182"/>
                  </a:lnTo>
                  <a:cubicBezTo>
                    <a:pt x="7468" y="18182"/>
                    <a:pt x="7823" y="17827"/>
                    <a:pt x="7823" y="17401"/>
                  </a:cubicBezTo>
                  <a:lnTo>
                    <a:pt x="7823" y="12559"/>
                  </a:lnTo>
                  <a:cubicBezTo>
                    <a:pt x="7823" y="12275"/>
                    <a:pt x="7574" y="12027"/>
                    <a:pt x="7290" y="12027"/>
                  </a:cubicBezTo>
                  <a:lnTo>
                    <a:pt x="5286" y="12027"/>
                  </a:lnTo>
                  <a:lnTo>
                    <a:pt x="5286" y="9863"/>
                  </a:lnTo>
                  <a:lnTo>
                    <a:pt x="12878" y="9863"/>
                  </a:lnTo>
                  <a:lnTo>
                    <a:pt x="12878" y="11300"/>
                  </a:lnTo>
                  <a:lnTo>
                    <a:pt x="10873" y="11300"/>
                  </a:lnTo>
                  <a:cubicBezTo>
                    <a:pt x="10572" y="11300"/>
                    <a:pt x="10341" y="11530"/>
                    <a:pt x="10341" y="11832"/>
                  </a:cubicBezTo>
                  <a:lnTo>
                    <a:pt x="10341" y="17401"/>
                  </a:lnTo>
                  <a:cubicBezTo>
                    <a:pt x="10341" y="17827"/>
                    <a:pt x="10678" y="18164"/>
                    <a:pt x="11104" y="18164"/>
                  </a:cubicBezTo>
                  <a:lnTo>
                    <a:pt x="17401" y="18164"/>
                  </a:lnTo>
                  <a:cubicBezTo>
                    <a:pt x="17826" y="18164"/>
                    <a:pt x="18163" y="17827"/>
                    <a:pt x="18163" y="17401"/>
                  </a:cubicBezTo>
                  <a:lnTo>
                    <a:pt x="18163" y="12559"/>
                  </a:lnTo>
                  <a:cubicBezTo>
                    <a:pt x="18163" y="12275"/>
                    <a:pt x="17933" y="12027"/>
                    <a:pt x="17631" y="12027"/>
                  </a:cubicBezTo>
                  <a:lnTo>
                    <a:pt x="14918" y="12027"/>
                  </a:lnTo>
                  <a:lnTo>
                    <a:pt x="14456" y="11477"/>
                  </a:lnTo>
                  <a:cubicBezTo>
                    <a:pt x="14350" y="11371"/>
                    <a:pt x="14190" y="11300"/>
                    <a:pt x="14048" y="11300"/>
                  </a:cubicBezTo>
                  <a:lnTo>
                    <a:pt x="13924" y="11300"/>
                  </a:lnTo>
                  <a:lnTo>
                    <a:pt x="13924" y="9331"/>
                  </a:lnTo>
                  <a:cubicBezTo>
                    <a:pt x="13924" y="9029"/>
                    <a:pt x="13694" y="8781"/>
                    <a:pt x="13392" y="8781"/>
                  </a:cubicBezTo>
                  <a:lnTo>
                    <a:pt x="9614" y="8781"/>
                  </a:lnTo>
                  <a:lnTo>
                    <a:pt x="9614" y="6883"/>
                  </a:lnTo>
                  <a:lnTo>
                    <a:pt x="12221" y="6883"/>
                  </a:lnTo>
                  <a:cubicBezTo>
                    <a:pt x="12647" y="6883"/>
                    <a:pt x="13002" y="6528"/>
                    <a:pt x="13002" y="6120"/>
                  </a:cubicBezTo>
                  <a:lnTo>
                    <a:pt x="13002" y="1278"/>
                  </a:lnTo>
                  <a:cubicBezTo>
                    <a:pt x="13002" y="976"/>
                    <a:pt x="12754" y="746"/>
                    <a:pt x="12470" y="746"/>
                  </a:cubicBezTo>
                  <a:lnTo>
                    <a:pt x="9738" y="746"/>
                  </a:lnTo>
                  <a:lnTo>
                    <a:pt x="9277" y="196"/>
                  </a:lnTo>
                  <a:cubicBezTo>
                    <a:pt x="9171" y="72"/>
                    <a:pt x="9029" y="1"/>
                    <a:pt x="886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93" name="Google Shape;1093;p56"/>
          <p:cNvGrpSpPr/>
          <p:nvPr/>
        </p:nvGrpSpPr>
        <p:grpSpPr>
          <a:xfrm>
            <a:off x="7838178" y="4254055"/>
            <a:ext cx="704886" cy="692213"/>
            <a:chOff x="7572229" y="4252351"/>
            <a:chExt cx="617400" cy="606300"/>
          </a:xfrm>
        </p:grpSpPr>
        <p:sp>
          <p:nvSpPr>
            <p:cNvPr id="1094" name="Google Shape;1094;p56"/>
            <p:cNvSpPr/>
            <p:nvPr/>
          </p:nvSpPr>
          <p:spPr>
            <a:xfrm rot="1670">
              <a:off x="7572229" y="4252501"/>
              <a:ext cx="617400" cy="6060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5" name="Google Shape;1095;p56"/>
            <p:cNvGrpSpPr/>
            <p:nvPr/>
          </p:nvGrpSpPr>
          <p:grpSpPr>
            <a:xfrm>
              <a:off x="7699244" y="4373636"/>
              <a:ext cx="363371" cy="363731"/>
              <a:chOff x="7343059" y="2793096"/>
              <a:chExt cx="363371" cy="363731"/>
            </a:xfrm>
          </p:grpSpPr>
          <p:sp>
            <p:nvSpPr>
              <p:cNvPr id="1096" name="Google Shape;1096;p56"/>
              <p:cNvSpPr/>
              <p:nvPr/>
            </p:nvSpPr>
            <p:spPr>
              <a:xfrm>
                <a:off x="7364825" y="2793096"/>
                <a:ext cx="163881" cy="35169"/>
              </a:xfrm>
              <a:custGeom>
                <a:avLst/>
                <a:gdLst/>
                <a:ahLst/>
                <a:cxnLst/>
                <a:rect l="l" t="t" r="r" b="b"/>
                <a:pathLst>
                  <a:path w="8192" h="1758" extrusionOk="0">
                    <a:moveTo>
                      <a:pt x="4107" y="1"/>
                    </a:moveTo>
                    <a:cubicBezTo>
                      <a:pt x="2894" y="1"/>
                      <a:pt x="1681" y="245"/>
                      <a:pt x="544" y="728"/>
                    </a:cubicBezTo>
                    <a:cubicBezTo>
                      <a:pt x="0" y="956"/>
                      <a:pt x="168" y="1757"/>
                      <a:pt x="755" y="1757"/>
                    </a:cubicBezTo>
                    <a:cubicBezTo>
                      <a:pt x="762" y="1757"/>
                      <a:pt x="768" y="1757"/>
                      <a:pt x="775" y="1757"/>
                    </a:cubicBezTo>
                    <a:lnTo>
                      <a:pt x="739" y="1757"/>
                    </a:lnTo>
                    <a:cubicBezTo>
                      <a:pt x="828" y="1757"/>
                      <a:pt x="899" y="1739"/>
                      <a:pt x="970" y="1704"/>
                    </a:cubicBezTo>
                    <a:cubicBezTo>
                      <a:pt x="1968" y="1276"/>
                      <a:pt x="3030" y="1063"/>
                      <a:pt x="4093" y="1063"/>
                    </a:cubicBezTo>
                    <a:cubicBezTo>
                      <a:pt x="5145" y="1063"/>
                      <a:pt x="6199" y="1271"/>
                      <a:pt x="7196" y="1686"/>
                    </a:cubicBezTo>
                    <a:cubicBezTo>
                      <a:pt x="7279" y="1725"/>
                      <a:pt x="7359" y="1742"/>
                      <a:pt x="7434" y="1742"/>
                    </a:cubicBezTo>
                    <a:cubicBezTo>
                      <a:pt x="7943" y="1742"/>
                      <a:pt x="8192" y="943"/>
                      <a:pt x="7604" y="710"/>
                    </a:cubicBezTo>
                    <a:cubicBezTo>
                      <a:pt x="6488" y="236"/>
                      <a:pt x="5298" y="1"/>
                      <a:pt x="41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97" name="Google Shape;1097;p56"/>
              <p:cNvGrpSpPr/>
              <p:nvPr/>
            </p:nvGrpSpPr>
            <p:grpSpPr>
              <a:xfrm>
                <a:off x="7343059" y="2835506"/>
                <a:ext cx="363371" cy="321320"/>
                <a:chOff x="7343059" y="2835506"/>
                <a:chExt cx="363371" cy="321320"/>
              </a:xfrm>
            </p:grpSpPr>
            <p:sp>
              <p:nvSpPr>
                <p:cNvPr id="1098" name="Google Shape;1098;p56"/>
                <p:cNvSpPr/>
                <p:nvPr/>
              </p:nvSpPr>
              <p:spPr>
                <a:xfrm>
                  <a:off x="7386350" y="2835506"/>
                  <a:ext cx="117469" cy="3000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72" h="1500" extrusionOk="0">
                      <a:moveTo>
                        <a:pt x="3007" y="1"/>
                      </a:moveTo>
                      <a:cubicBezTo>
                        <a:pt x="2173" y="1"/>
                        <a:pt x="1339" y="151"/>
                        <a:pt x="550" y="453"/>
                      </a:cubicBezTo>
                      <a:cubicBezTo>
                        <a:pt x="0" y="666"/>
                        <a:pt x="142" y="1499"/>
                        <a:pt x="745" y="1499"/>
                      </a:cubicBezTo>
                      <a:cubicBezTo>
                        <a:pt x="816" y="1499"/>
                        <a:pt x="869" y="1482"/>
                        <a:pt x="922" y="1464"/>
                      </a:cubicBezTo>
                      <a:cubicBezTo>
                        <a:pt x="1597" y="1207"/>
                        <a:pt x="2302" y="1078"/>
                        <a:pt x="3004" y="1078"/>
                      </a:cubicBezTo>
                      <a:cubicBezTo>
                        <a:pt x="3707" y="1078"/>
                        <a:pt x="4408" y="1207"/>
                        <a:pt x="5073" y="1464"/>
                      </a:cubicBezTo>
                      <a:cubicBezTo>
                        <a:pt x="5134" y="1483"/>
                        <a:pt x="5195" y="1492"/>
                        <a:pt x="5256" y="1492"/>
                      </a:cubicBezTo>
                      <a:cubicBezTo>
                        <a:pt x="5477" y="1492"/>
                        <a:pt x="5681" y="1368"/>
                        <a:pt x="5765" y="1145"/>
                      </a:cubicBezTo>
                      <a:cubicBezTo>
                        <a:pt x="5871" y="879"/>
                        <a:pt x="5729" y="559"/>
                        <a:pt x="5463" y="453"/>
                      </a:cubicBezTo>
                      <a:cubicBezTo>
                        <a:pt x="4674" y="151"/>
                        <a:pt x="3840" y="1"/>
                        <a:pt x="3007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99" name="Google Shape;1099;p56"/>
                <p:cNvSpPr/>
                <p:nvPr/>
              </p:nvSpPr>
              <p:spPr>
                <a:xfrm>
                  <a:off x="7407636" y="2878257"/>
                  <a:ext cx="77979" cy="250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98" h="1250" extrusionOk="0">
                      <a:moveTo>
                        <a:pt x="1952" y="1"/>
                      </a:moveTo>
                      <a:cubicBezTo>
                        <a:pt x="1490" y="1"/>
                        <a:pt x="1029" y="72"/>
                        <a:pt x="603" y="196"/>
                      </a:cubicBezTo>
                      <a:cubicBezTo>
                        <a:pt x="0" y="373"/>
                        <a:pt x="125" y="1243"/>
                        <a:pt x="745" y="1243"/>
                      </a:cubicBezTo>
                      <a:cubicBezTo>
                        <a:pt x="799" y="1243"/>
                        <a:pt x="852" y="1225"/>
                        <a:pt x="905" y="1225"/>
                      </a:cubicBezTo>
                      <a:cubicBezTo>
                        <a:pt x="1242" y="1118"/>
                        <a:pt x="1592" y="1065"/>
                        <a:pt x="1943" y="1065"/>
                      </a:cubicBezTo>
                      <a:cubicBezTo>
                        <a:pt x="2293" y="1065"/>
                        <a:pt x="2643" y="1118"/>
                        <a:pt x="2980" y="1225"/>
                      </a:cubicBezTo>
                      <a:cubicBezTo>
                        <a:pt x="3038" y="1242"/>
                        <a:pt x="3093" y="1249"/>
                        <a:pt x="3145" y="1249"/>
                      </a:cubicBezTo>
                      <a:cubicBezTo>
                        <a:pt x="3699" y="1249"/>
                        <a:pt x="3898" y="374"/>
                        <a:pt x="3282" y="196"/>
                      </a:cubicBezTo>
                      <a:cubicBezTo>
                        <a:pt x="2838" y="72"/>
                        <a:pt x="2395" y="1"/>
                        <a:pt x="1952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0" name="Google Shape;1100;p56"/>
                <p:cNvSpPr/>
                <p:nvPr/>
              </p:nvSpPr>
              <p:spPr>
                <a:xfrm>
                  <a:off x="7421479" y="3035096"/>
                  <a:ext cx="51473" cy="213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73" h="1066" extrusionOk="0">
                      <a:moveTo>
                        <a:pt x="710" y="1"/>
                      </a:moveTo>
                      <a:cubicBezTo>
                        <a:pt x="0" y="1"/>
                        <a:pt x="0" y="1065"/>
                        <a:pt x="710" y="1065"/>
                      </a:cubicBezTo>
                      <a:lnTo>
                        <a:pt x="1863" y="1065"/>
                      </a:lnTo>
                      <a:cubicBezTo>
                        <a:pt x="2572" y="1065"/>
                        <a:pt x="2572" y="1"/>
                        <a:pt x="1863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1" name="Google Shape;1101;p56"/>
                <p:cNvSpPr/>
                <p:nvPr/>
              </p:nvSpPr>
              <p:spPr>
                <a:xfrm>
                  <a:off x="7565115" y="3035176"/>
                  <a:ext cx="24926" cy="214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6" h="1074" extrusionOk="0">
                      <a:moveTo>
                        <a:pt x="671" y="1"/>
                      </a:moveTo>
                      <a:cubicBezTo>
                        <a:pt x="494" y="1"/>
                        <a:pt x="316" y="90"/>
                        <a:pt x="217" y="281"/>
                      </a:cubicBezTo>
                      <a:cubicBezTo>
                        <a:pt x="1" y="651"/>
                        <a:pt x="294" y="1074"/>
                        <a:pt x="689" y="1074"/>
                      </a:cubicBezTo>
                      <a:cubicBezTo>
                        <a:pt x="748" y="1074"/>
                        <a:pt x="810" y="1064"/>
                        <a:pt x="873" y="1043"/>
                      </a:cubicBezTo>
                      <a:cubicBezTo>
                        <a:pt x="1104" y="937"/>
                        <a:pt x="1245" y="689"/>
                        <a:pt x="1192" y="440"/>
                      </a:cubicBezTo>
                      <a:cubicBezTo>
                        <a:pt x="1142" y="157"/>
                        <a:pt x="907" y="1"/>
                        <a:pt x="671" y="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2" name="Google Shape;1102;p56"/>
                <p:cNvSpPr/>
                <p:nvPr/>
              </p:nvSpPr>
              <p:spPr>
                <a:xfrm>
                  <a:off x="7607345" y="3035156"/>
                  <a:ext cx="24926" cy="213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46" h="1068" extrusionOk="0">
                      <a:moveTo>
                        <a:pt x="699" y="0"/>
                      </a:moveTo>
                      <a:cubicBezTo>
                        <a:pt x="533" y="0"/>
                        <a:pt x="365" y="77"/>
                        <a:pt x="252" y="246"/>
                      </a:cubicBezTo>
                      <a:cubicBezTo>
                        <a:pt x="0" y="608"/>
                        <a:pt x="293" y="1068"/>
                        <a:pt x="697" y="1068"/>
                      </a:cubicBezTo>
                      <a:cubicBezTo>
                        <a:pt x="748" y="1068"/>
                        <a:pt x="801" y="1060"/>
                        <a:pt x="855" y="1044"/>
                      </a:cubicBezTo>
                      <a:cubicBezTo>
                        <a:pt x="1086" y="973"/>
                        <a:pt x="1245" y="743"/>
                        <a:pt x="1227" y="477"/>
                      </a:cubicBezTo>
                      <a:cubicBezTo>
                        <a:pt x="1195" y="177"/>
                        <a:pt x="951" y="0"/>
                        <a:pt x="699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03" name="Google Shape;1103;p56"/>
                <p:cNvSpPr/>
                <p:nvPr/>
              </p:nvSpPr>
              <p:spPr>
                <a:xfrm>
                  <a:off x="7343059" y="2922628"/>
                  <a:ext cx="363371" cy="23419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64" h="11707" extrusionOk="0">
                      <a:moveTo>
                        <a:pt x="15503" y="4559"/>
                      </a:moveTo>
                      <a:lnTo>
                        <a:pt x="15503" y="8496"/>
                      </a:lnTo>
                      <a:lnTo>
                        <a:pt x="2643" y="8496"/>
                      </a:lnTo>
                      <a:lnTo>
                        <a:pt x="2643" y="4559"/>
                      </a:lnTo>
                      <a:close/>
                      <a:moveTo>
                        <a:pt x="17099" y="9578"/>
                      </a:moveTo>
                      <a:lnTo>
                        <a:pt x="17099" y="10643"/>
                      </a:lnTo>
                      <a:lnTo>
                        <a:pt x="1064" y="10643"/>
                      </a:lnTo>
                      <a:lnTo>
                        <a:pt x="1064" y="9578"/>
                      </a:lnTo>
                      <a:close/>
                      <a:moveTo>
                        <a:pt x="5180" y="0"/>
                      </a:moveTo>
                      <a:cubicBezTo>
                        <a:pt x="4913" y="0"/>
                        <a:pt x="4647" y="178"/>
                        <a:pt x="4647" y="532"/>
                      </a:cubicBezTo>
                      <a:lnTo>
                        <a:pt x="4647" y="3512"/>
                      </a:lnTo>
                      <a:lnTo>
                        <a:pt x="2129" y="3512"/>
                      </a:lnTo>
                      <a:cubicBezTo>
                        <a:pt x="1827" y="3512"/>
                        <a:pt x="1579" y="3743"/>
                        <a:pt x="1579" y="4044"/>
                      </a:cubicBezTo>
                      <a:lnTo>
                        <a:pt x="1579" y="8496"/>
                      </a:lnTo>
                      <a:lnTo>
                        <a:pt x="532" y="8496"/>
                      </a:lnTo>
                      <a:cubicBezTo>
                        <a:pt x="249" y="8496"/>
                        <a:pt x="0" y="8745"/>
                        <a:pt x="0" y="9028"/>
                      </a:cubicBezTo>
                      <a:lnTo>
                        <a:pt x="0" y="11175"/>
                      </a:lnTo>
                      <a:cubicBezTo>
                        <a:pt x="0" y="11458"/>
                        <a:pt x="249" y="11707"/>
                        <a:pt x="532" y="11707"/>
                      </a:cubicBezTo>
                      <a:lnTo>
                        <a:pt x="17631" y="11707"/>
                      </a:lnTo>
                      <a:cubicBezTo>
                        <a:pt x="17915" y="11707"/>
                        <a:pt x="18163" y="11458"/>
                        <a:pt x="18163" y="11175"/>
                      </a:cubicBezTo>
                      <a:lnTo>
                        <a:pt x="18163" y="9046"/>
                      </a:lnTo>
                      <a:cubicBezTo>
                        <a:pt x="18163" y="8745"/>
                        <a:pt x="17915" y="8514"/>
                        <a:pt x="17631" y="8514"/>
                      </a:cubicBezTo>
                      <a:lnTo>
                        <a:pt x="17631" y="8496"/>
                      </a:lnTo>
                      <a:lnTo>
                        <a:pt x="16567" y="8496"/>
                      </a:lnTo>
                      <a:lnTo>
                        <a:pt x="16567" y="4027"/>
                      </a:lnTo>
                      <a:cubicBezTo>
                        <a:pt x="16567" y="3743"/>
                        <a:pt x="16336" y="3494"/>
                        <a:pt x="16035" y="3494"/>
                      </a:cubicBezTo>
                      <a:lnTo>
                        <a:pt x="5712" y="3494"/>
                      </a:lnTo>
                      <a:lnTo>
                        <a:pt x="5712" y="532"/>
                      </a:lnTo>
                      <a:cubicBezTo>
                        <a:pt x="5712" y="178"/>
                        <a:pt x="5446" y="0"/>
                        <a:pt x="5180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1120" name="Google Shape;1120;p56"/>
          <p:cNvGrpSpPr/>
          <p:nvPr/>
        </p:nvGrpSpPr>
        <p:grpSpPr>
          <a:xfrm>
            <a:off x="0" y="980905"/>
            <a:ext cx="704886" cy="692213"/>
            <a:chOff x="5988004" y="4252351"/>
            <a:chExt cx="617400" cy="606300"/>
          </a:xfrm>
        </p:grpSpPr>
        <p:sp>
          <p:nvSpPr>
            <p:cNvPr id="1121" name="Google Shape;1121;p56"/>
            <p:cNvSpPr/>
            <p:nvPr/>
          </p:nvSpPr>
          <p:spPr>
            <a:xfrm rot="1670">
              <a:off x="5988004" y="4252501"/>
              <a:ext cx="617400" cy="606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22" name="Google Shape;1122;p56"/>
            <p:cNvGrpSpPr/>
            <p:nvPr/>
          </p:nvGrpSpPr>
          <p:grpSpPr>
            <a:xfrm>
              <a:off x="6110398" y="4395281"/>
              <a:ext cx="372613" cy="320440"/>
              <a:chOff x="4354252" y="2814741"/>
              <a:chExt cx="372613" cy="320440"/>
            </a:xfrm>
          </p:grpSpPr>
          <p:sp>
            <p:nvSpPr>
              <p:cNvPr id="1123" name="Google Shape;1123;p56"/>
              <p:cNvSpPr/>
              <p:nvPr/>
            </p:nvSpPr>
            <p:spPr>
              <a:xfrm>
                <a:off x="4354252" y="2814741"/>
                <a:ext cx="372613" cy="320440"/>
              </a:xfrm>
              <a:custGeom>
                <a:avLst/>
                <a:gdLst/>
                <a:ahLst/>
                <a:cxnLst/>
                <a:rect l="l" t="t" r="r" b="b"/>
                <a:pathLst>
                  <a:path w="18626" h="16018" extrusionOk="0">
                    <a:moveTo>
                      <a:pt x="15220" y="1065"/>
                    </a:moveTo>
                    <a:cubicBezTo>
                      <a:pt x="15521" y="1065"/>
                      <a:pt x="15752" y="1314"/>
                      <a:pt x="15752" y="1597"/>
                    </a:cubicBezTo>
                    <a:lnTo>
                      <a:pt x="15752" y="3779"/>
                    </a:lnTo>
                    <a:cubicBezTo>
                      <a:pt x="15752" y="4063"/>
                      <a:pt x="15521" y="4311"/>
                      <a:pt x="15220" y="4311"/>
                    </a:cubicBezTo>
                    <a:lnTo>
                      <a:pt x="2981" y="4311"/>
                    </a:lnTo>
                    <a:cubicBezTo>
                      <a:pt x="2679" y="4311"/>
                      <a:pt x="2431" y="4063"/>
                      <a:pt x="2449" y="3779"/>
                    </a:cubicBezTo>
                    <a:lnTo>
                      <a:pt x="2431" y="3779"/>
                    </a:lnTo>
                    <a:lnTo>
                      <a:pt x="2431" y="1597"/>
                    </a:lnTo>
                    <a:cubicBezTo>
                      <a:pt x="2431" y="1296"/>
                      <a:pt x="2679" y="1065"/>
                      <a:pt x="2981" y="1065"/>
                    </a:cubicBezTo>
                    <a:close/>
                    <a:moveTo>
                      <a:pt x="14475" y="5375"/>
                    </a:moveTo>
                    <a:lnTo>
                      <a:pt x="14475" y="6440"/>
                    </a:lnTo>
                    <a:lnTo>
                      <a:pt x="3690" y="6440"/>
                    </a:lnTo>
                    <a:lnTo>
                      <a:pt x="3690" y="5375"/>
                    </a:lnTo>
                    <a:close/>
                    <a:moveTo>
                      <a:pt x="15220" y="7504"/>
                    </a:moveTo>
                    <a:cubicBezTo>
                      <a:pt x="15503" y="7504"/>
                      <a:pt x="15752" y="7734"/>
                      <a:pt x="15752" y="8036"/>
                    </a:cubicBezTo>
                    <a:lnTo>
                      <a:pt x="15752" y="10200"/>
                    </a:lnTo>
                    <a:cubicBezTo>
                      <a:pt x="15752" y="10502"/>
                      <a:pt x="15503" y="10732"/>
                      <a:pt x="15220" y="10732"/>
                    </a:cubicBezTo>
                    <a:lnTo>
                      <a:pt x="2981" y="10732"/>
                    </a:lnTo>
                    <a:cubicBezTo>
                      <a:pt x="2679" y="10732"/>
                      <a:pt x="2431" y="10502"/>
                      <a:pt x="2449" y="10200"/>
                    </a:cubicBezTo>
                    <a:lnTo>
                      <a:pt x="2431" y="10200"/>
                    </a:lnTo>
                    <a:lnTo>
                      <a:pt x="2431" y="8036"/>
                    </a:lnTo>
                    <a:cubicBezTo>
                      <a:pt x="2431" y="7734"/>
                      <a:pt x="2661" y="7504"/>
                      <a:pt x="2963" y="7504"/>
                    </a:cubicBezTo>
                    <a:close/>
                    <a:moveTo>
                      <a:pt x="1601" y="13872"/>
                    </a:moveTo>
                    <a:cubicBezTo>
                      <a:pt x="1872" y="13872"/>
                      <a:pt x="2129" y="14081"/>
                      <a:pt x="2129" y="14404"/>
                    </a:cubicBezTo>
                    <a:cubicBezTo>
                      <a:pt x="2129" y="14705"/>
                      <a:pt x="1899" y="14936"/>
                      <a:pt x="1597" y="14936"/>
                    </a:cubicBezTo>
                    <a:cubicBezTo>
                      <a:pt x="1118" y="14936"/>
                      <a:pt x="888" y="14368"/>
                      <a:pt x="1225" y="14031"/>
                    </a:cubicBezTo>
                    <a:cubicBezTo>
                      <a:pt x="1335" y="13921"/>
                      <a:pt x="1470" y="13872"/>
                      <a:pt x="1601" y="13872"/>
                    </a:cubicBezTo>
                    <a:close/>
                    <a:moveTo>
                      <a:pt x="9086" y="13872"/>
                    </a:moveTo>
                    <a:cubicBezTo>
                      <a:pt x="9357" y="13872"/>
                      <a:pt x="9614" y="14081"/>
                      <a:pt x="9614" y="14404"/>
                    </a:cubicBezTo>
                    <a:cubicBezTo>
                      <a:pt x="9614" y="14705"/>
                      <a:pt x="9384" y="14936"/>
                      <a:pt x="9082" y="14936"/>
                    </a:cubicBezTo>
                    <a:cubicBezTo>
                      <a:pt x="8621" y="14936"/>
                      <a:pt x="8373" y="14368"/>
                      <a:pt x="8710" y="14031"/>
                    </a:cubicBezTo>
                    <a:cubicBezTo>
                      <a:pt x="8820" y="13921"/>
                      <a:pt x="8955" y="13872"/>
                      <a:pt x="9086" y="13872"/>
                    </a:cubicBezTo>
                    <a:close/>
                    <a:moveTo>
                      <a:pt x="16575" y="13872"/>
                    </a:moveTo>
                    <a:cubicBezTo>
                      <a:pt x="16850" y="13872"/>
                      <a:pt x="17112" y="14081"/>
                      <a:pt x="17100" y="14404"/>
                    </a:cubicBezTo>
                    <a:cubicBezTo>
                      <a:pt x="17100" y="14705"/>
                      <a:pt x="16869" y="14936"/>
                      <a:pt x="16568" y="14936"/>
                    </a:cubicBezTo>
                    <a:cubicBezTo>
                      <a:pt x="16106" y="14936"/>
                      <a:pt x="15858" y="14368"/>
                      <a:pt x="16195" y="14031"/>
                    </a:cubicBezTo>
                    <a:cubicBezTo>
                      <a:pt x="16305" y="13921"/>
                      <a:pt x="16442" y="13872"/>
                      <a:pt x="16575" y="13872"/>
                    </a:cubicBezTo>
                    <a:close/>
                    <a:moveTo>
                      <a:pt x="2981" y="1"/>
                    </a:moveTo>
                    <a:cubicBezTo>
                      <a:pt x="2094" y="1"/>
                      <a:pt x="1384" y="728"/>
                      <a:pt x="1367" y="1597"/>
                    </a:cubicBezTo>
                    <a:lnTo>
                      <a:pt x="1367" y="3779"/>
                    </a:lnTo>
                    <a:cubicBezTo>
                      <a:pt x="1367" y="4524"/>
                      <a:pt x="1899" y="5180"/>
                      <a:pt x="2626" y="5358"/>
                    </a:cubicBezTo>
                    <a:lnTo>
                      <a:pt x="2626" y="6475"/>
                    </a:lnTo>
                    <a:cubicBezTo>
                      <a:pt x="1899" y="6635"/>
                      <a:pt x="1367" y="7291"/>
                      <a:pt x="1367" y="8036"/>
                    </a:cubicBezTo>
                    <a:lnTo>
                      <a:pt x="1367" y="10218"/>
                    </a:lnTo>
                    <a:cubicBezTo>
                      <a:pt x="1367" y="11087"/>
                      <a:pt x="2094" y="11814"/>
                      <a:pt x="2981" y="11814"/>
                    </a:cubicBezTo>
                    <a:lnTo>
                      <a:pt x="8568" y="11814"/>
                    </a:lnTo>
                    <a:lnTo>
                      <a:pt x="8568" y="12914"/>
                    </a:lnTo>
                    <a:cubicBezTo>
                      <a:pt x="8107" y="13073"/>
                      <a:pt x="7752" y="13428"/>
                      <a:pt x="7592" y="13889"/>
                    </a:cubicBezTo>
                    <a:lnTo>
                      <a:pt x="3105" y="13889"/>
                    </a:lnTo>
                    <a:cubicBezTo>
                      <a:pt x="2845" y="13155"/>
                      <a:pt x="2232" y="12820"/>
                      <a:pt x="1618" y="12820"/>
                    </a:cubicBezTo>
                    <a:cubicBezTo>
                      <a:pt x="810" y="12820"/>
                      <a:pt x="1" y="13403"/>
                      <a:pt x="1" y="14421"/>
                    </a:cubicBezTo>
                    <a:cubicBezTo>
                      <a:pt x="1" y="15439"/>
                      <a:pt x="807" y="16016"/>
                      <a:pt x="1615" y="16016"/>
                    </a:cubicBezTo>
                    <a:cubicBezTo>
                      <a:pt x="2229" y="16016"/>
                      <a:pt x="2844" y="15682"/>
                      <a:pt x="3105" y="14954"/>
                    </a:cubicBezTo>
                    <a:lnTo>
                      <a:pt x="7575" y="14954"/>
                    </a:lnTo>
                    <a:cubicBezTo>
                      <a:pt x="7832" y="15663"/>
                      <a:pt x="8462" y="16018"/>
                      <a:pt x="9089" y="16018"/>
                    </a:cubicBezTo>
                    <a:cubicBezTo>
                      <a:pt x="9716" y="16018"/>
                      <a:pt x="10342" y="15663"/>
                      <a:pt x="10590" y="14954"/>
                    </a:cubicBezTo>
                    <a:lnTo>
                      <a:pt x="15078" y="14954"/>
                    </a:lnTo>
                    <a:cubicBezTo>
                      <a:pt x="15319" y="15646"/>
                      <a:pt x="15946" y="16015"/>
                      <a:pt x="16580" y="16015"/>
                    </a:cubicBezTo>
                    <a:cubicBezTo>
                      <a:pt x="17066" y="16015"/>
                      <a:pt x="17557" y="15798"/>
                      <a:pt x="17880" y="15344"/>
                    </a:cubicBezTo>
                    <a:cubicBezTo>
                      <a:pt x="18625" y="14280"/>
                      <a:pt x="17862" y="12825"/>
                      <a:pt x="16585" y="12825"/>
                    </a:cubicBezTo>
                    <a:lnTo>
                      <a:pt x="16585" y="12807"/>
                    </a:lnTo>
                    <a:cubicBezTo>
                      <a:pt x="15894" y="12807"/>
                      <a:pt x="15290" y="13233"/>
                      <a:pt x="15078" y="13872"/>
                    </a:cubicBezTo>
                    <a:lnTo>
                      <a:pt x="10590" y="13872"/>
                    </a:lnTo>
                    <a:cubicBezTo>
                      <a:pt x="10430" y="13428"/>
                      <a:pt x="10076" y="13056"/>
                      <a:pt x="9632" y="12896"/>
                    </a:cubicBezTo>
                    <a:lnTo>
                      <a:pt x="9632" y="11796"/>
                    </a:lnTo>
                    <a:lnTo>
                      <a:pt x="15220" y="11796"/>
                    </a:lnTo>
                    <a:cubicBezTo>
                      <a:pt x="16106" y="11796"/>
                      <a:pt x="16816" y="11069"/>
                      <a:pt x="16816" y="10200"/>
                    </a:cubicBezTo>
                    <a:lnTo>
                      <a:pt x="16816" y="8018"/>
                    </a:lnTo>
                    <a:cubicBezTo>
                      <a:pt x="16816" y="7273"/>
                      <a:pt x="16284" y="6635"/>
                      <a:pt x="15557" y="6475"/>
                    </a:cubicBezTo>
                    <a:lnTo>
                      <a:pt x="15557" y="5358"/>
                    </a:lnTo>
                    <a:cubicBezTo>
                      <a:pt x="16284" y="5198"/>
                      <a:pt x="16816" y="4542"/>
                      <a:pt x="16816" y="3797"/>
                    </a:cubicBezTo>
                    <a:lnTo>
                      <a:pt x="16816" y="1597"/>
                    </a:lnTo>
                    <a:cubicBezTo>
                      <a:pt x="16816" y="728"/>
                      <a:pt x="16106" y="1"/>
                      <a:pt x="1522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Google Shape;1124;p56"/>
              <p:cNvSpPr/>
              <p:nvPr/>
            </p:nvSpPr>
            <p:spPr>
              <a:xfrm>
                <a:off x="4538779" y="2986084"/>
                <a:ext cx="24746" cy="21465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1073" extrusionOk="0">
                    <a:moveTo>
                      <a:pt x="658" y="0"/>
                    </a:moveTo>
                    <a:cubicBezTo>
                      <a:pt x="474" y="0"/>
                      <a:pt x="287" y="92"/>
                      <a:pt x="178" y="287"/>
                    </a:cubicBezTo>
                    <a:cubicBezTo>
                      <a:pt x="0" y="606"/>
                      <a:pt x="213" y="1014"/>
                      <a:pt x="568" y="1067"/>
                    </a:cubicBezTo>
                    <a:cubicBezTo>
                      <a:pt x="594" y="1071"/>
                      <a:pt x="620" y="1073"/>
                      <a:pt x="646" y="1073"/>
                    </a:cubicBezTo>
                    <a:cubicBezTo>
                      <a:pt x="981" y="1073"/>
                      <a:pt x="1237" y="759"/>
                      <a:pt x="1171" y="429"/>
                    </a:cubicBezTo>
                    <a:cubicBezTo>
                      <a:pt x="1121" y="150"/>
                      <a:pt x="893" y="0"/>
                      <a:pt x="6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Google Shape;1125;p56"/>
              <p:cNvSpPr/>
              <p:nvPr/>
            </p:nvSpPr>
            <p:spPr>
              <a:xfrm>
                <a:off x="4580969" y="2986084"/>
                <a:ext cx="24886" cy="2140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070" extrusionOk="0">
                    <a:moveTo>
                      <a:pt x="670" y="0"/>
                    </a:moveTo>
                    <a:cubicBezTo>
                      <a:pt x="485" y="0"/>
                      <a:pt x="298" y="92"/>
                      <a:pt x="197" y="287"/>
                    </a:cubicBezTo>
                    <a:cubicBezTo>
                      <a:pt x="0" y="665"/>
                      <a:pt x="295" y="1070"/>
                      <a:pt x="672" y="1070"/>
                    </a:cubicBezTo>
                    <a:cubicBezTo>
                      <a:pt x="736" y="1070"/>
                      <a:pt x="804" y="1058"/>
                      <a:pt x="871" y="1032"/>
                    </a:cubicBezTo>
                    <a:cubicBezTo>
                      <a:pt x="1102" y="925"/>
                      <a:pt x="1244" y="677"/>
                      <a:pt x="1190" y="429"/>
                    </a:cubicBezTo>
                    <a:cubicBezTo>
                      <a:pt x="1141" y="150"/>
                      <a:pt x="907" y="0"/>
                      <a:pt x="6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Google Shape;1126;p56"/>
              <p:cNvSpPr/>
              <p:nvPr/>
            </p:nvSpPr>
            <p:spPr>
              <a:xfrm>
                <a:off x="4624280" y="2986084"/>
                <a:ext cx="24406" cy="21465"/>
              </a:xfrm>
              <a:custGeom>
                <a:avLst/>
                <a:gdLst/>
                <a:ahLst/>
                <a:cxnLst/>
                <a:rect l="l" t="t" r="r" b="b"/>
                <a:pathLst>
                  <a:path w="1220" h="1073" extrusionOk="0">
                    <a:moveTo>
                      <a:pt x="641" y="0"/>
                    </a:moveTo>
                    <a:cubicBezTo>
                      <a:pt x="457" y="0"/>
                      <a:pt x="270" y="92"/>
                      <a:pt x="161" y="287"/>
                    </a:cubicBezTo>
                    <a:cubicBezTo>
                      <a:pt x="1" y="606"/>
                      <a:pt x="196" y="1014"/>
                      <a:pt x="551" y="1067"/>
                    </a:cubicBezTo>
                    <a:cubicBezTo>
                      <a:pt x="577" y="1071"/>
                      <a:pt x="603" y="1073"/>
                      <a:pt x="629" y="1073"/>
                    </a:cubicBezTo>
                    <a:cubicBezTo>
                      <a:pt x="964" y="1073"/>
                      <a:pt x="1220" y="759"/>
                      <a:pt x="1154" y="429"/>
                    </a:cubicBezTo>
                    <a:cubicBezTo>
                      <a:pt x="1104" y="150"/>
                      <a:pt x="876" y="0"/>
                      <a:pt x="6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Google Shape;1127;p56"/>
              <p:cNvSpPr/>
              <p:nvPr/>
            </p:nvSpPr>
            <p:spPr>
              <a:xfrm>
                <a:off x="4420969" y="2986484"/>
                <a:ext cx="102566" cy="21325"/>
              </a:xfrm>
              <a:custGeom>
                <a:avLst/>
                <a:gdLst/>
                <a:ahLst/>
                <a:cxnLst/>
                <a:rect l="l" t="t" r="r" b="b"/>
                <a:pathLst>
                  <a:path w="5127" h="1066" extrusionOk="0">
                    <a:moveTo>
                      <a:pt x="710" y="1"/>
                    </a:moveTo>
                    <a:cubicBezTo>
                      <a:pt x="0" y="1"/>
                      <a:pt x="0" y="1065"/>
                      <a:pt x="710" y="1065"/>
                    </a:cubicBezTo>
                    <a:lnTo>
                      <a:pt x="4417" y="1065"/>
                    </a:lnTo>
                    <a:cubicBezTo>
                      <a:pt x="5127" y="1065"/>
                      <a:pt x="5127" y="1"/>
                      <a:pt x="44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Google Shape;1128;p56"/>
              <p:cNvSpPr/>
              <p:nvPr/>
            </p:nvSpPr>
            <p:spPr>
              <a:xfrm>
                <a:off x="4540539" y="2857492"/>
                <a:ext cx="24486" cy="21205"/>
              </a:xfrm>
              <a:custGeom>
                <a:avLst/>
                <a:gdLst/>
                <a:ahLst/>
                <a:cxnLst/>
                <a:rect l="l" t="t" r="r" b="b"/>
                <a:pathLst>
                  <a:path w="1224" h="1060" extrusionOk="0">
                    <a:moveTo>
                      <a:pt x="570" y="1"/>
                    </a:moveTo>
                    <a:cubicBezTo>
                      <a:pt x="501" y="1"/>
                      <a:pt x="428" y="15"/>
                      <a:pt x="356" y="46"/>
                    </a:cubicBezTo>
                    <a:cubicBezTo>
                      <a:pt x="125" y="134"/>
                      <a:pt x="1" y="383"/>
                      <a:pt x="36" y="631"/>
                    </a:cubicBezTo>
                    <a:cubicBezTo>
                      <a:pt x="96" y="910"/>
                      <a:pt x="329" y="1060"/>
                      <a:pt x="562" y="1060"/>
                    </a:cubicBezTo>
                    <a:cubicBezTo>
                      <a:pt x="745" y="1060"/>
                      <a:pt x="928" y="968"/>
                      <a:pt x="1030" y="773"/>
                    </a:cubicBezTo>
                    <a:cubicBezTo>
                      <a:pt x="1224" y="399"/>
                      <a:pt x="940" y="1"/>
                      <a:pt x="5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Google Shape;1129;p56"/>
              <p:cNvSpPr/>
              <p:nvPr/>
            </p:nvSpPr>
            <p:spPr>
              <a:xfrm>
                <a:off x="4583130" y="2857372"/>
                <a:ext cx="24806" cy="21485"/>
              </a:xfrm>
              <a:custGeom>
                <a:avLst/>
                <a:gdLst/>
                <a:ahLst/>
                <a:cxnLst/>
                <a:rect l="l" t="t" r="r" b="b"/>
                <a:pathLst>
                  <a:path w="1240" h="1074" extrusionOk="0">
                    <a:moveTo>
                      <a:pt x="580" y="1"/>
                    </a:moveTo>
                    <a:cubicBezTo>
                      <a:pt x="507" y="1"/>
                      <a:pt x="431" y="17"/>
                      <a:pt x="355" y="52"/>
                    </a:cubicBezTo>
                    <a:cubicBezTo>
                      <a:pt x="125" y="158"/>
                      <a:pt x="0" y="389"/>
                      <a:pt x="36" y="637"/>
                    </a:cubicBezTo>
                    <a:cubicBezTo>
                      <a:pt x="96" y="917"/>
                      <a:pt x="331" y="1073"/>
                      <a:pt x="569" y="1073"/>
                    </a:cubicBezTo>
                    <a:cubicBezTo>
                      <a:pt x="753" y="1073"/>
                      <a:pt x="939" y="980"/>
                      <a:pt x="1047" y="779"/>
                    </a:cubicBezTo>
                    <a:cubicBezTo>
                      <a:pt x="1240" y="408"/>
                      <a:pt x="949" y="1"/>
                      <a:pt x="58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Google Shape;1130;p56"/>
              <p:cNvSpPr/>
              <p:nvPr/>
            </p:nvSpPr>
            <p:spPr>
              <a:xfrm>
                <a:off x="4625700" y="2857492"/>
                <a:ext cx="24786" cy="21205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060" extrusionOk="0">
                    <a:moveTo>
                      <a:pt x="571" y="1"/>
                    </a:moveTo>
                    <a:cubicBezTo>
                      <a:pt x="501" y="1"/>
                      <a:pt x="428" y="15"/>
                      <a:pt x="356" y="46"/>
                    </a:cubicBezTo>
                    <a:cubicBezTo>
                      <a:pt x="125" y="134"/>
                      <a:pt x="1" y="383"/>
                      <a:pt x="54" y="631"/>
                    </a:cubicBezTo>
                    <a:cubicBezTo>
                      <a:pt x="104" y="910"/>
                      <a:pt x="332" y="1060"/>
                      <a:pt x="564" y="1060"/>
                    </a:cubicBezTo>
                    <a:cubicBezTo>
                      <a:pt x="745" y="1060"/>
                      <a:pt x="928" y="968"/>
                      <a:pt x="1030" y="773"/>
                    </a:cubicBezTo>
                    <a:cubicBezTo>
                      <a:pt x="1239" y="399"/>
                      <a:pt x="945" y="1"/>
                      <a:pt x="57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56"/>
              <p:cNvSpPr/>
              <p:nvPr/>
            </p:nvSpPr>
            <p:spPr>
              <a:xfrm>
                <a:off x="4420969" y="2857332"/>
                <a:ext cx="102566" cy="21305"/>
              </a:xfrm>
              <a:custGeom>
                <a:avLst/>
                <a:gdLst/>
                <a:ahLst/>
                <a:cxnLst/>
                <a:rect l="l" t="t" r="r" b="b"/>
                <a:pathLst>
                  <a:path w="5127" h="1065" extrusionOk="0">
                    <a:moveTo>
                      <a:pt x="710" y="0"/>
                    </a:moveTo>
                    <a:cubicBezTo>
                      <a:pt x="0" y="0"/>
                      <a:pt x="0" y="1065"/>
                      <a:pt x="710" y="1065"/>
                    </a:cubicBezTo>
                    <a:lnTo>
                      <a:pt x="4417" y="1065"/>
                    </a:lnTo>
                    <a:cubicBezTo>
                      <a:pt x="5127" y="1065"/>
                      <a:pt x="5127" y="0"/>
                      <a:pt x="44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47" name="Google Shape;1147;p56"/>
          <p:cNvGrpSpPr/>
          <p:nvPr/>
        </p:nvGrpSpPr>
        <p:grpSpPr>
          <a:xfrm>
            <a:off x="8199103" y="3948812"/>
            <a:ext cx="704886" cy="692213"/>
            <a:chOff x="7572229" y="3530451"/>
            <a:chExt cx="617400" cy="606300"/>
          </a:xfrm>
        </p:grpSpPr>
        <p:sp>
          <p:nvSpPr>
            <p:cNvPr id="1148" name="Google Shape;1148;p56"/>
            <p:cNvSpPr/>
            <p:nvPr/>
          </p:nvSpPr>
          <p:spPr>
            <a:xfrm rot="1670">
              <a:off x="7572229" y="3530601"/>
              <a:ext cx="617400" cy="606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56"/>
            <p:cNvSpPr/>
            <p:nvPr/>
          </p:nvSpPr>
          <p:spPr>
            <a:xfrm>
              <a:off x="7734543" y="3651916"/>
              <a:ext cx="292773" cy="363371"/>
            </a:xfrm>
            <a:custGeom>
              <a:avLst/>
              <a:gdLst/>
              <a:ahLst/>
              <a:cxnLst/>
              <a:rect l="l" t="t" r="r" b="b"/>
              <a:pathLst>
                <a:path w="14635" h="18164" extrusionOk="0">
                  <a:moveTo>
                    <a:pt x="7309" y="1047"/>
                  </a:moveTo>
                  <a:cubicBezTo>
                    <a:pt x="8160" y="1047"/>
                    <a:pt x="8568" y="2076"/>
                    <a:pt x="7983" y="2661"/>
                  </a:cubicBezTo>
                  <a:cubicBezTo>
                    <a:pt x="7790" y="2849"/>
                    <a:pt x="7555" y="2932"/>
                    <a:pt x="7325" y="2932"/>
                  </a:cubicBezTo>
                  <a:cubicBezTo>
                    <a:pt x="6838" y="2932"/>
                    <a:pt x="6374" y="2554"/>
                    <a:pt x="6386" y="1987"/>
                  </a:cubicBezTo>
                  <a:cubicBezTo>
                    <a:pt x="6386" y="1455"/>
                    <a:pt x="6794" y="1047"/>
                    <a:pt x="7309" y="1047"/>
                  </a:cubicBezTo>
                  <a:close/>
                  <a:moveTo>
                    <a:pt x="7397" y="4134"/>
                  </a:moveTo>
                  <a:cubicBezTo>
                    <a:pt x="8213" y="4134"/>
                    <a:pt x="8940" y="4683"/>
                    <a:pt x="9171" y="5464"/>
                  </a:cubicBezTo>
                  <a:lnTo>
                    <a:pt x="5446" y="5464"/>
                  </a:lnTo>
                  <a:cubicBezTo>
                    <a:pt x="5695" y="4683"/>
                    <a:pt x="6422" y="4134"/>
                    <a:pt x="7238" y="4134"/>
                  </a:cubicBezTo>
                  <a:close/>
                  <a:moveTo>
                    <a:pt x="3016" y="12665"/>
                  </a:moveTo>
                  <a:cubicBezTo>
                    <a:pt x="3531" y="12665"/>
                    <a:pt x="3956" y="13091"/>
                    <a:pt x="3956" y="13605"/>
                  </a:cubicBezTo>
                  <a:cubicBezTo>
                    <a:pt x="3956" y="14172"/>
                    <a:pt x="3489" y="14550"/>
                    <a:pt x="3000" y="14550"/>
                  </a:cubicBezTo>
                  <a:cubicBezTo>
                    <a:pt x="2770" y="14550"/>
                    <a:pt x="2535" y="14467"/>
                    <a:pt x="2342" y="14279"/>
                  </a:cubicBezTo>
                  <a:cubicBezTo>
                    <a:pt x="1757" y="13676"/>
                    <a:pt x="2183" y="12665"/>
                    <a:pt x="3016" y="12665"/>
                  </a:cubicBezTo>
                  <a:close/>
                  <a:moveTo>
                    <a:pt x="11619" y="12665"/>
                  </a:moveTo>
                  <a:cubicBezTo>
                    <a:pt x="12453" y="12665"/>
                    <a:pt x="12878" y="13676"/>
                    <a:pt x="12293" y="14279"/>
                  </a:cubicBezTo>
                  <a:cubicBezTo>
                    <a:pt x="12098" y="14469"/>
                    <a:pt x="11860" y="14554"/>
                    <a:pt x="11627" y="14554"/>
                  </a:cubicBezTo>
                  <a:cubicBezTo>
                    <a:pt x="11141" y="14554"/>
                    <a:pt x="10679" y="14181"/>
                    <a:pt x="10679" y="13605"/>
                  </a:cubicBezTo>
                  <a:cubicBezTo>
                    <a:pt x="10679" y="13091"/>
                    <a:pt x="11104" y="12683"/>
                    <a:pt x="11619" y="12665"/>
                  </a:cubicBezTo>
                  <a:close/>
                  <a:moveTo>
                    <a:pt x="3087" y="15769"/>
                  </a:moveTo>
                  <a:cubicBezTo>
                    <a:pt x="3903" y="15769"/>
                    <a:pt x="4630" y="16301"/>
                    <a:pt x="4879" y="17100"/>
                  </a:cubicBezTo>
                  <a:lnTo>
                    <a:pt x="1154" y="17100"/>
                  </a:lnTo>
                  <a:cubicBezTo>
                    <a:pt x="1384" y="16301"/>
                    <a:pt x="2112" y="15769"/>
                    <a:pt x="2927" y="15769"/>
                  </a:cubicBezTo>
                  <a:close/>
                  <a:moveTo>
                    <a:pt x="11690" y="15769"/>
                  </a:moveTo>
                  <a:cubicBezTo>
                    <a:pt x="12523" y="15769"/>
                    <a:pt x="13251" y="16301"/>
                    <a:pt x="13481" y="17100"/>
                  </a:cubicBezTo>
                  <a:lnTo>
                    <a:pt x="9756" y="17100"/>
                  </a:lnTo>
                  <a:cubicBezTo>
                    <a:pt x="10005" y="16301"/>
                    <a:pt x="10732" y="15769"/>
                    <a:pt x="11548" y="15769"/>
                  </a:cubicBezTo>
                  <a:close/>
                  <a:moveTo>
                    <a:pt x="7309" y="1"/>
                  </a:moveTo>
                  <a:cubicBezTo>
                    <a:pt x="5535" y="1"/>
                    <a:pt x="4648" y="2129"/>
                    <a:pt x="5907" y="3406"/>
                  </a:cubicBezTo>
                  <a:cubicBezTo>
                    <a:pt x="4932" y="3903"/>
                    <a:pt x="4311" y="4914"/>
                    <a:pt x="4311" y="5996"/>
                  </a:cubicBezTo>
                  <a:cubicBezTo>
                    <a:pt x="4311" y="6298"/>
                    <a:pt x="4542" y="6528"/>
                    <a:pt x="4843" y="6528"/>
                  </a:cubicBezTo>
                  <a:lnTo>
                    <a:pt x="6777" y="6528"/>
                  </a:lnTo>
                  <a:lnTo>
                    <a:pt x="6777" y="8497"/>
                  </a:lnTo>
                  <a:lnTo>
                    <a:pt x="3052" y="8497"/>
                  </a:lnTo>
                  <a:cubicBezTo>
                    <a:pt x="2750" y="8497"/>
                    <a:pt x="2520" y="8745"/>
                    <a:pt x="2520" y="9029"/>
                  </a:cubicBezTo>
                  <a:lnTo>
                    <a:pt x="2520" y="11672"/>
                  </a:lnTo>
                  <a:cubicBezTo>
                    <a:pt x="1012" y="12044"/>
                    <a:pt x="480" y="13925"/>
                    <a:pt x="1597" y="15024"/>
                  </a:cubicBezTo>
                  <a:cubicBezTo>
                    <a:pt x="622" y="15521"/>
                    <a:pt x="1" y="16532"/>
                    <a:pt x="1" y="17614"/>
                  </a:cubicBezTo>
                  <a:cubicBezTo>
                    <a:pt x="1" y="17915"/>
                    <a:pt x="249" y="18164"/>
                    <a:pt x="533" y="18164"/>
                  </a:cubicBezTo>
                  <a:lnTo>
                    <a:pt x="5482" y="18164"/>
                  </a:lnTo>
                  <a:cubicBezTo>
                    <a:pt x="5783" y="18164"/>
                    <a:pt x="6014" y="17915"/>
                    <a:pt x="6014" y="17614"/>
                  </a:cubicBezTo>
                  <a:cubicBezTo>
                    <a:pt x="6014" y="16532"/>
                    <a:pt x="5393" y="15521"/>
                    <a:pt x="4417" y="15024"/>
                  </a:cubicBezTo>
                  <a:cubicBezTo>
                    <a:pt x="5499" y="13942"/>
                    <a:pt x="5038" y="12115"/>
                    <a:pt x="3584" y="11690"/>
                  </a:cubicBezTo>
                  <a:lnTo>
                    <a:pt x="3584" y="9561"/>
                  </a:lnTo>
                  <a:lnTo>
                    <a:pt x="11051" y="9561"/>
                  </a:lnTo>
                  <a:lnTo>
                    <a:pt x="11051" y="11690"/>
                  </a:lnTo>
                  <a:cubicBezTo>
                    <a:pt x="9597" y="12115"/>
                    <a:pt x="9136" y="13942"/>
                    <a:pt x="10200" y="15007"/>
                  </a:cubicBezTo>
                  <a:cubicBezTo>
                    <a:pt x="9224" y="15521"/>
                    <a:pt x="8621" y="16514"/>
                    <a:pt x="8621" y="17614"/>
                  </a:cubicBezTo>
                  <a:cubicBezTo>
                    <a:pt x="8603" y="17915"/>
                    <a:pt x="8852" y="18164"/>
                    <a:pt x="9153" y="18164"/>
                  </a:cubicBezTo>
                  <a:lnTo>
                    <a:pt x="14102" y="18164"/>
                  </a:lnTo>
                  <a:cubicBezTo>
                    <a:pt x="14386" y="18164"/>
                    <a:pt x="14634" y="17933"/>
                    <a:pt x="14634" y="17632"/>
                  </a:cubicBezTo>
                  <a:cubicBezTo>
                    <a:pt x="14634" y="16532"/>
                    <a:pt x="14013" y="15539"/>
                    <a:pt x="13038" y="15024"/>
                  </a:cubicBezTo>
                  <a:cubicBezTo>
                    <a:pt x="14138" y="13925"/>
                    <a:pt x="13623" y="12044"/>
                    <a:pt x="12115" y="11672"/>
                  </a:cubicBezTo>
                  <a:lnTo>
                    <a:pt x="12115" y="9029"/>
                  </a:lnTo>
                  <a:cubicBezTo>
                    <a:pt x="12115" y="8745"/>
                    <a:pt x="11867" y="8497"/>
                    <a:pt x="11583" y="8497"/>
                  </a:cubicBezTo>
                  <a:lnTo>
                    <a:pt x="7841" y="8497"/>
                  </a:lnTo>
                  <a:lnTo>
                    <a:pt x="7841" y="6528"/>
                  </a:lnTo>
                  <a:lnTo>
                    <a:pt x="9792" y="6528"/>
                  </a:lnTo>
                  <a:cubicBezTo>
                    <a:pt x="10076" y="6528"/>
                    <a:pt x="10324" y="6298"/>
                    <a:pt x="10324" y="5996"/>
                  </a:cubicBezTo>
                  <a:cubicBezTo>
                    <a:pt x="10324" y="4914"/>
                    <a:pt x="9703" y="3903"/>
                    <a:pt x="8728" y="3406"/>
                  </a:cubicBezTo>
                  <a:cubicBezTo>
                    <a:pt x="9987" y="2129"/>
                    <a:pt x="9082" y="1"/>
                    <a:pt x="730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" name="Google Shape;872;p54"/>
          <p:cNvSpPr txBox="1">
            <a:spLocks noGrp="1"/>
          </p:cNvSpPr>
          <p:nvPr>
            <p:ph type="title"/>
          </p:nvPr>
        </p:nvSpPr>
        <p:spPr>
          <a:xfrm>
            <a:off x="714150" y="535650"/>
            <a:ext cx="7715700" cy="88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/>
              <a:t>Thanks!</a:t>
            </a:r>
            <a:endParaRPr sz="7200" dirty="0"/>
          </a:p>
        </p:txBody>
      </p:sp>
      <p:grpSp>
        <p:nvGrpSpPr>
          <p:cNvPr id="88" name="Google Shape;1120;p56"/>
          <p:cNvGrpSpPr/>
          <p:nvPr/>
        </p:nvGrpSpPr>
        <p:grpSpPr>
          <a:xfrm>
            <a:off x="152400" y="1133305"/>
            <a:ext cx="704886" cy="692213"/>
            <a:chOff x="5988004" y="4252351"/>
            <a:chExt cx="617400" cy="606300"/>
          </a:xfrm>
        </p:grpSpPr>
        <p:sp>
          <p:nvSpPr>
            <p:cNvPr id="89" name="Google Shape;1121;p56"/>
            <p:cNvSpPr/>
            <p:nvPr/>
          </p:nvSpPr>
          <p:spPr>
            <a:xfrm rot="1670">
              <a:off x="5988004" y="4252501"/>
              <a:ext cx="617400" cy="6060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0" name="Google Shape;1122;p56"/>
            <p:cNvGrpSpPr/>
            <p:nvPr/>
          </p:nvGrpSpPr>
          <p:grpSpPr>
            <a:xfrm>
              <a:off x="6110398" y="4395281"/>
              <a:ext cx="372613" cy="320440"/>
              <a:chOff x="4354252" y="2814741"/>
              <a:chExt cx="372613" cy="320440"/>
            </a:xfrm>
          </p:grpSpPr>
          <p:sp>
            <p:nvSpPr>
              <p:cNvPr id="91" name="Google Shape;1123;p56"/>
              <p:cNvSpPr/>
              <p:nvPr/>
            </p:nvSpPr>
            <p:spPr>
              <a:xfrm>
                <a:off x="4354252" y="2814741"/>
                <a:ext cx="372613" cy="320440"/>
              </a:xfrm>
              <a:custGeom>
                <a:avLst/>
                <a:gdLst/>
                <a:ahLst/>
                <a:cxnLst/>
                <a:rect l="l" t="t" r="r" b="b"/>
                <a:pathLst>
                  <a:path w="18626" h="16018" extrusionOk="0">
                    <a:moveTo>
                      <a:pt x="15220" y="1065"/>
                    </a:moveTo>
                    <a:cubicBezTo>
                      <a:pt x="15521" y="1065"/>
                      <a:pt x="15752" y="1314"/>
                      <a:pt x="15752" y="1597"/>
                    </a:cubicBezTo>
                    <a:lnTo>
                      <a:pt x="15752" y="3779"/>
                    </a:lnTo>
                    <a:cubicBezTo>
                      <a:pt x="15752" y="4063"/>
                      <a:pt x="15521" y="4311"/>
                      <a:pt x="15220" y="4311"/>
                    </a:cubicBezTo>
                    <a:lnTo>
                      <a:pt x="2981" y="4311"/>
                    </a:lnTo>
                    <a:cubicBezTo>
                      <a:pt x="2679" y="4311"/>
                      <a:pt x="2431" y="4063"/>
                      <a:pt x="2449" y="3779"/>
                    </a:cubicBezTo>
                    <a:lnTo>
                      <a:pt x="2431" y="3779"/>
                    </a:lnTo>
                    <a:lnTo>
                      <a:pt x="2431" y="1597"/>
                    </a:lnTo>
                    <a:cubicBezTo>
                      <a:pt x="2431" y="1296"/>
                      <a:pt x="2679" y="1065"/>
                      <a:pt x="2981" y="1065"/>
                    </a:cubicBezTo>
                    <a:close/>
                    <a:moveTo>
                      <a:pt x="14475" y="5375"/>
                    </a:moveTo>
                    <a:lnTo>
                      <a:pt x="14475" y="6440"/>
                    </a:lnTo>
                    <a:lnTo>
                      <a:pt x="3690" y="6440"/>
                    </a:lnTo>
                    <a:lnTo>
                      <a:pt x="3690" y="5375"/>
                    </a:lnTo>
                    <a:close/>
                    <a:moveTo>
                      <a:pt x="15220" y="7504"/>
                    </a:moveTo>
                    <a:cubicBezTo>
                      <a:pt x="15503" y="7504"/>
                      <a:pt x="15752" y="7734"/>
                      <a:pt x="15752" y="8036"/>
                    </a:cubicBezTo>
                    <a:lnTo>
                      <a:pt x="15752" y="10200"/>
                    </a:lnTo>
                    <a:cubicBezTo>
                      <a:pt x="15752" y="10502"/>
                      <a:pt x="15503" y="10732"/>
                      <a:pt x="15220" y="10732"/>
                    </a:cubicBezTo>
                    <a:lnTo>
                      <a:pt x="2981" y="10732"/>
                    </a:lnTo>
                    <a:cubicBezTo>
                      <a:pt x="2679" y="10732"/>
                      <a:pt x="2431" y="10502"/>
                      <a:pt x="2449" y="10200"/>
                    </a:cubicBezTo>
                    <a:lnTo>
                      <a:pt x="2431" y="10200"/>
                    </a:lnTo>
                    <a:lnTo>
                      <a:pt x="2431" y="8036"/>
                    </a:lnTo>
                    <a:cubicBezTo>
                      <a:pt x="2431" y="7734"/>
                      <a:pt x="2661" y="7504"/>
                      <a:pt x="2963" y="7504"/>
                    </a:cubicBezTo>
                    <a:close/>
                    <a:moveTo>
                      <a:pt x="1601" y="13872"/>
                    </a:moveTo>
                    <a:cubicBezTo>
                      <a:pt x="1872" y="13872"/>
                      <a:pt x="2129" y="14081"/>
                      <a:pt x="2129" y="14404"/>
                    </a:cubicBezTo>
                    <a:cubicBezTo>
                      <a:pt x="2129" y="14705"/>
                      <a:pt x="1899" y="14936"/>
                      <a:pt x="1597" y="14936"/>
                    </a:cubicBezTo>
                    <a:cubicBezTo>
                      <a:pt x="1118" y="14936"/>
                      <a:pt x="888" y="14368"/>
                      <a:pt x="1225" y="14031"/>
                    </a:cubicBezTo>
                    <a:cubicBezTo>
                      <a:pt x="1335" y="13921"/>
                      <a:pt x="1470" y="13872"/>
                      <a:pt x="1601" y="13872"/>
                    </a:cubicBezTo>
                    <a:close/>
                    <a:moveTo>
                      <a:pt x="9086" y="13872"/>
                    </a:moveTo>
                    <a:cubicBezTo>
                      <a:pt x="9357" y="13872"/>
                      <a:pt x="9614" y="14081"/>
                      <a:pt x="9614" y="14404"/>
                    </a:cubicBezTo>
                    <a:cubicBezTo>
                      <a:pt x="9614" y="14705"/>
                      <a:pt x="9384" y="14936"/>
                      <a:pt x="9082" y="14936"/>
                    </a:cubicBezTo>
                    <a:cubicBezTo>
                      <a:pt x="8621" y="14936"/>
                      <a:pt x="8373" y="14368"/>
                      <a:pt x="8710" y="14031"/>
                    </a:cubicBezTo>
                    <a:cubicBezTo>
                      <a:pt x="8820" y="13921"/>
                      <a:pt x="8955" y="13872"/>
                      <a:pt x="9086" y="13872"/>
                    </a:cubicBezTo>
                    <a:close/>
                    <a:moveTo>
                      <a:pt x="16575" y="13872"/>
                    </a:moveTo>
                    <a:cubicBezTo>
                      <a:pt x="16850" y="13872"/>
                      <a:pt x="17112" y="14081"/>
                      <a:pt x="17100" y="14404"/>
                    </a:cubicBezTo>
                    <a:cubicBezTo>
                      <a:pt x="17100" y="14705"/>
                      <a:pt x="16869" y="14936"/>
                      <a:pt x="16568" y="14936"/>
                    </a:cubicBezTo>
                    <a:cubicBezTo>
                      <a:pt x="16106" y="14936"/>
                      <a:pt x="15858" y="14368"/>
                      <a:pt x="16195" y="14031"/>
                    </a:cubicBezTo>
                    <a:cubicBezTo>
                      <a:pt x="16305" y="13921"/>
                      <a:pt x="16442" y="13872"/>
                      <a:pt x="16575" y="13872"/>
                    </a:cubicBezTo>
                    <a:close/>
                    <a:moveTo>
                      <a:pt x="2981" y="1"/>
                    </a:moveTo>
                    <a:cubicBezTo>
                      <a:pt x="2094" y="1"/>
                      <a:pt x="1384" y="728"/>
                      <a:pt x="1367" y="1597"/>
                    </a:cubicBezTo>
                    <a:lnTo>
                      <a:pt x="1367" y="3779"/>
                    </a:lnTo>
                    <a:cubicBezTo>
                      <a:pt x="1367" y="4524"/>
                      <a:pt x="1899" y="5180"/>
                      <a:pt x="2626" y="5358"/>
                    </a:cubicBezTo>
                    <a:lnTo>
                      <a:pt x="2626" y="6475"/>
                    </a:lnTo>
                    <a:cubicBezTo>
                      <a:pt x="1899" y="6635"/>
                      <a:pt x="1367" y="7291"/>
                      <a:pt x="1367" y="8036"/>
                    </a:cubicBezTo>
                    <a:lnTo>
                      <a:pt x="1367" y="10218"/>
                    </a:lnTo>
                    <a:cubicBezTo>
                      <a:pt x="1367" y="11087"/>
                      <a:pt x="2094" y="11814"/>
                      <a:pt x="2981" y="11814"/>
                    </a:cubicBezTo>
                    <a:lnTo>
                      <a:pt x="8568" y="11814"/>
                    </a:lnTo>
                    <a:lnTo>
                      <a:pt x="8568" y="12914"/>
                    </a:lnTo>
                    <a:cubicBezTo>
                      <a:pt x="8107" y="13073"/>
                      <a:pt x="7752" y="13428"/>
                      <a:pt x="7592" y="13889"/>
                    </a:cubicBezTo>
                    <a:lnTo>
                      <a:pt x="3105" y="13889"/>
                    </a:lnTo>
                    <a:cubicBezTo>
                      <a:pt x="2845" y="13155"/>
                      <a:pt x="2232" y="12820"/>
                      <a:pt x="1618" y="12820"/>
                    </a:cubicBezTo>
                    <a:cubicBezTo>
                      <a:pt x="810" y="12820"/>
                      <a:pt x="1" y="13403"/>
                      <a:pt x="1" y="14421"/>
                    </a:cubicBezTo>
                    <a:cubicBezTo>
                      <a:pt x="1" y="15439"/>
                      <a:pt x="807" y="16016"/>
                      <a:pt x="1615" y="16016"/>
                    </a:cubicBezTo>
                    <a:cubicBezTo>
                      <a:pt x="2229" y="16016"/>
                      <a:pt x="2844" y="15682"/>
                      <a:pt x="3105" y="14954"/>
                    </a:cubicBezTo>
                    <a:lnTo>
                      <a:pt x="7575" y="14954"/>
                    </a:lnTo>
                    <a:cubicBezTo>
                      <a:pt x="7832" y="15663"/>
                      <a:pt x="8462" y="16018"/>
                      <a:pt x="9089" y="16018"/>
                    </a:cubicBezTo>
                    <a:cubicBezTo>
                      <a:pt x="9716" y="16018"/>
                      <a:pt x="10342" y="15663"/>
                      <a:pt x="10590" y="14954"/>
                    </a:cubicBezTo>
                    <a:lnTo>
                      <a:pt x="15078" y="14954"/>
                    </a:lnTo>
                    <a:cubicBezTo>
                      <a:pt x="15319" y="15646"/>
                      <a:pt x="15946" y="16015"/>
                      <a:pt x="16580" y="16015"/>
                    </a:cubicBezTo>
                    <a:cubicBezTo>
                      <a:pt x="17066" y="16015"/>
                      <a:pt x="17557" y="15798"/>
                      <a:pt x="17880" y="15344"/>
                    </a:cubicBezTo>
                    <a:cubicBezTo>
                      <a:pt x="18625" y="14280"/>
                      <a:pt x="17862" y="12825"/>
                      <a:pt x="16585" y="12825"/>
                    </a:cubicBezTo>
                    <a:lnTo>
                      <a:pt x="16585" y="12807"/>
                    </a:lnTo>
                    <a:cubicBezTo>
                      <a:pt x="15894" y="12807"/>
                      <a:pt x="15290" y="13233"/>
                      <a:pt x="15078" y="13872"/>
                    </a:cubicBezTo>
                    <a:lnTo>
                      <a:pt x="10590" y="13872"/>
                    </a:lnTo>
                    <a:cubicBezTo>
                      <a:pt x="10430" y="13428"/>
                      <a:pt x="10076" y="13056"/>
                      <a:pt x="9632" y="12896"/>
                    </a:cubicBezTo>
                    <a:lnTo>
                      <a:pt x="9632" y="11796"/>
                    </a:lnTo>
                    <a:lnTo>
                      <a:pt x="15220" y="11796"/>
                    </a:lnTo>
                    <a:cubicBezTo>
                      <a:pt x="16106" y="11796"/>
                      <a:pt x="16816" y="11069"/>
                      <a:pt x="16816" y="10200"/>
                    </a:cubicBezTo>
                    <a:lnTo>
                      <a:pt x="16816" y="8018"/>
                    </a:lnTo>
                    <a:cubicBezTo>
                      <a:pt x="16816" y="7273"/>
                      <a:pt x="16284" y="6635"/>
                      <a:pt x="15557" y="6475"/>
                    </a:cubicBezTo>
                    <a:lnTo>
                      <a:pt x="15557" y="5358"/>
                    </a:lnTo>
                    <a:cubicBezTo>
                      <a:pt x="16284" y="5198"/>
                      <a:pt x="16816" y="4542"/>
                      <a:pt x="16816" y="3797"/>
                    </a:cubicBezTo>
                    <a:lnTo>
                      <a:pt x="16816" y="1597"/>
                    </a:lnTo>
                    <a:cubicBezTo>
                      <a:pt x="16816" y="728"/>
                      <a:pt x="16106" y="1"/>
                      <a:pt x="1522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Google Shape;1124;p56"/>
              <p:cNvSpPr/>
              <p:nvPr/>
            </p:nvSpPr>
            <p:spPr>
              <a:xfrm>
                <a:off x="4538779" y="2986084"/>
                <a:ext cx="24746" cy="21465"/>
              </a:xfrm>
              <a:custGeom>
                <a:avLst/>
                <a:gdLst/>
                <a:ahLst/>
                <a:cxnLst/>
                <a:rect l="l" t="t" r="r" b="b"/>
                <a:pathLst>
                  <a:path w="1237" h="1073" extrusionOk="0">
                    <a:moveTo>
                      <a:pt x="658" y="0"/>
                    </a:moveTo>
                    <a:cubicBezTo>
                      <a:pt x="474" y="0"/>
                      <a:pt x="287" y="92"/>
                      <a:pt x="178" y="287"/>
                    </a:cubicBezTo>
                    <a:cubicBezTo>
                      <a:pt x="0" y="606"/>
                      <a:pt x="213" y="1014"/>
                      <a:pt x="568" y="1067"/>
                    </a:cubicBezTo>
                    <a:cubicBezTo>
                      <a:pt x="594" y="1071"/>
                      <a:pt x="620" y="1073"/>
                      <a:pt x="646" y="1073"/>
                    </a:cubicBezTo>
                    <a:cubicBezTo>
                      <a:pt x="981" y="1073"/>
                      <a:pt x="1237" y="759"/>
                      <a:pt x="1171" y="429"/>
                    </a:cubicBezTo>
                    <a:cubicBezTo>
                      <a:pt x="1121" y="150"/>
                      <a:pt x="893" y="0"/>
                      <a:pt x="65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Google Shape;1125;p56"/>
              <p:cNvSpPr/>
              <p:nvPr/>
            </p:nvSpPr>
            <p:spPr>
              <a:xfrm>
                <a:off x="4580969" y="2986084"/>
                <a:ext cx="24886" cy="21405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070" extrusionOk="0">
                    <a:moveTo>
                      <a:pt x="670" y="0"/>
                    </a:moveTo>
                    <a:cubicBezTo>
                      <a:pt x="485" y="0"/>
                      <a:pt x="298" y="92"/>
                      <a:pt x="197" y="287"/>
                    </a:cubicBezTo>
                    <a:cubicBezTo>
                      <a:pt x="0" y="665"/>
                      <a:pt x="295" y="1070"/>
                      <a:pt x="672" y="1070"/>
                    </a:cubicBezTo>
                    <a:cubicBezTo>
                      <a:pt x="736" y="1070"/>
                      <a:pt x="804" y="1058"/>
                      <a:pt x="871" y="1032"/>
                    </a:cubicBezTo>
                    <a:cubicBezTo>
                      <a:pt x="1102" y="925"/>
                      <a:pt x="1244" y="677"/>
                      <a:pt x="1190" y="429"/>
                    </a:cubicBezTo>
                    <a:cubicBezTo>
                      <a:pt x="1141" y="150"/>
                      <a:pt x="907" y="0"/>
                      <a:pt x="67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1126;p56"/>
              <p:cNvSpPr/>
              <p:nvPr/>
            </p:nvSpPr>
            <p:spPr>
              <a:xfrm>
                <a:off x="4624280" y="2986084"/>
                <a:ext cx="24406" cy="21465"/>
              </a:xfrm>
              <a:custGeom>
                <a:avLst/>
                <a:gdLst/>
                <a:ahLst/>
                <a:cxnLst/>
                <a:rect l="l" t="t" r="r" b="b"/>
                <a:pathLst>
                  <a:path w="1220" h="1073" extrusionOk="0">
                    <a:moveTo>
                      <a:pt x="641" y="0"/>
                    </a:moveTo>
                    <a:cubicBezTo>
                      <a:pt x="457" y="0"/>
                      <a:pt x="270" y="92"/>
                      <a:pt x="161" y="287"/>
                    </a:cubicBezTo>
                    <a:cubicBezTo>
                      <a:pt x="1" y="606"/>
                      <a:pt x="196" y="1014"/>
                      <a:pt x="551" y="1067"/>
                    </a:cubicBezTo>
                    <a:cubicBezTo>
                      <a:pt x="577" y="1071"/>
                      <a:pt x="603" y="1073"/>
                      <a:pt x="629" y="1073"/>
                    </a:cubicBezTo>
                    <a:cubicBezTo>
                      <a:pt x="964" y="1073"/>
                      <a:pt x="1220" y="759"/>
                      <a:pt x="1154" y="429"/>
                    </a:cubicBezTo>
                    <a:cubicBezTo>
                      <a:pt x="1104" y="150"/>
                      <a:pt x="876" y="0"/>
                      <a:pt x="64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Google Shape;1127;p56"/>
              <p:cNvSpPr/>
              <p:nvPr/>
            </p:nvSpPr>
            <p:spPr>
              <a:xfrm>
                <a:off x="4420969" y="2986484"/>
                <a:ext cx="102566" cy="21325"/>
              </a:xfrm>
              <a:custGeom>
                <a:avLst/>
                <a:gdLst/>
                <a:ahLst/>
                <a:cxnLst/>
                <a:rect l="l" t="t" r="r" b="b"/>
                <a:pathLst>
                  <a:path w="5127" h="1066" extrusionOk="0">
                    <a:moveTo>
                      <a:pt x="710" y="1"/>
                    </a:moveTo>
                    <a:cubicBezTo>
                      <a:pt x="0" y="1"/>
                      <a:pt x="0" y="1065"/>
                      <a:pt x="710" y="1065"/>
                    </a:cubicBezTo>
                    <a:lnTo>
                      <a:pt x="4417" y="1065"/>
                    </a:lnTo>
                    <a:cubicBezTo>
                      <a:pt x="5127" y="1065"/>
                      <a:pt x="5127" y="1"/>
                      <a:pt x="441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Google Shape;1128;p56"/>
              <p:cNvSpPr/>
              <p:nvPr/>
            </p:nvSpPr>
            <p:spPr>
              <a:xfrm>
                <a:off x="4540539" y="2857492"/>
                <a:ext cx="24486" cy="21205"/>
              </a:xfrm>
              <a:custGeom>
                <a:avLst/>
                <a:gdLst/>
                <a:ahLst/>
                <a:cxnLst/>
                <a:rect l="l" t="t" r="r" b="b"/>
                <a:pathLst>
                  <a:path w="1224" h="1060" extrusionOk="0">
                    <a:moveTo>
                      <a:pt x="570" y="1"/>
                    </a:moveTo>
                    <a:cubicBezTo>
                      <a:pt x="501" y="1"/>
                      <a:pt x="428" y="15"/>
                      <a:pt x="356" y="46"/>
                    </a:cubicBezTo>
                    <a:cubicBezTo>
                      <a:pt x="125" y="134"/>
                      <a:pt x="1" y="383"/>
                      <a:pt x="36" y="631"/>
                    </a:cubicBezTo>
                    <a:cubicBezTo>
                      <a:pt x="96" y="910"/>
                      <a:pt x="329" y="1060"/>
                      <a:pt x="562" y="1060"/>
                    </a:cubicBezTo>
                    <a:cubicBezTo>
                      <a:pt x="745" y="1060"/>
                      <a:pt x="928" y="968"/>
                      <a:pt x="1030" y="773"/>
                    </a:cubicBezTo>
                    <a:cubicBezTo>
                      <a:pt x="1224" y="399"/>
                      <a:pt x="940" y="1"/>
                      <a:pt x="57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1129;p56"/>
              <p:cNvSpPr/>
              <p:nvPr/>
            </p:nvSpPr>
            <p:spPr>
              <a:xfrm>
                <a:off x="4583130" y="2857372"/>
                <a:ext cx="24806" cy="21485"/>
              </a:xfrm>
              <a:custGeom>
                <a:avLst/>
                <a:gdLst/>
                <a:ahLst/>
                <a:cxnLst/>
                <a:rect l="l" t="t" r="r" b="b"/>
                <a:pathLst>
                  <a:path w="1240" h="1074" extrusionOk="0">
                    <a:moveTo>
                      <a:pt x="580" y="1"/>
                    </a:moveTo>
                    <a:cubicBezTo>
                      <a:pt x="507" y="1"/>
                      <a:pt x="431" y="17"/>
                      <a:pt x="355" y="52"/>
                    </a:cubicBezTo>
                    <a:cubicBezTo>
                      <a:pt x="125" y="158"/>
                      <a:pt x="0" y="389"/>
                      <a:pt x="36" y="637"/>
                    </a:cubicBezTo>
                    <a:cubicBezTo>
                      <a:pt x="96" y="917"/>
                      <a:pt x="331" y="1073"/>
                      <a:pt x="569" y="1073"/>
                    </a:cubicBezTo>
                    <a:cubicBezTo>
                      <a:pt x="753" y="1073"/>
                      <a:pt x="939" y="980"/>
                      <a:pt x="1047" y="779"/>
                    </a:cubicBezTo>
                    <a:cubicBezTo>
                      <a:pt x="1240" y="408"/>
                      <a:pt x="949" y="1"/>
                      <a:pt x="58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Google Shape;1130;p56"/>
              <p:cNvSpPr/>
              <p:nvPr/>
            </p:nvSpPr>
            <p:spPr>
              <a:xfrm>
                <a:off x="4625700" y="2857492"/>
                <a:ext cx="24786" cy="21205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1060" extrusionOk="0">
                    <a:moveTo>
                      <a:pt x="571" y="1"/>
                    </a:moveTo>
                    <a:cubicBezTo>
                      <a:pt x="501" y="1"/>
                      <a:pt x="428" y="15"/>
                      <a:pt x="356" y="46"/>
                    </a:cubicBezTo>
                    <a:cubicBezTo>
                      <a:pt x="125" y="134"/>
                      <a:pt x="1" y="383"/>
                      <a:pt x="54" y="631"/>
                    </a:cubicBezTo>
                    <a:cubicBezTo>
                      <a:pt x="104" y="910"/>
                      <a:pt x="332" y="1060"/>
                      <a:pt x="564" y="1060"/>
                    </a:cubicBezTo>
                    <a:cubicBezTo>
                      <a:pt x="745" y="1060"/>
                      <a:pt x="928" y="968"/>
                      <a:pt x="1030" y="773"/>
                    </a:cubicBezTo>
                    <a:cubicBezTo>
                      <a:pt x="1239" y="399"/>
                      <a:pt x="945" y="1"/>
                      <a:pt x="57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Google Shape;1131;p56"/>
              <p:cNvSpPr/>
              <p:nvPr/>
            </p:nvSpPr>
            <p:spPr>
              <a:xfrm>
                <a:off x="4420969" y="2857332"/>
                <a:ext cx="102566" cy="21305"/>
              </a:xfrm>
              <a:custGeom>
                <a:avLst/>
                <a:gdLst/>
                <a:ahLst/>
                <a:cxnLst/>
                <a:rect l="l" t="t" r="r" b="b"/>
                <a:pathLst>
                  <a:path w="5127" h="1065" extrusionOk="0">
                    <a:moveTo>
                      <a:pt x="710" y="0"/>
                    </a:moveTo>
                    <a:cubicBezTo>
                      <a:pt x="0" y="0"/>
                      <a:pt x="0" y="1065"/>
                      <a:pt x="710" y="1065"/>
                    </a:cubicBezTo>
                    <a:lnTo>
                      <a:pt x="4417" y="1065"/>
                    </a:lnTo>
                    <a:cubicBezTo>
                      <a:pt x="5127" y="1065"/>
                      <a:pt x="5127" y="0"/>
                      <a:pt x="441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" name="Group 6"/>
          <p:cNvGrpSpPr/>
          <p:nvPr/>
        </p:nvGrpSpPr>
        <p:grpSpPr>
          <a:xfrm>
            <a:off x="550980" y="2288670"/>
            <a:ext cx="3659082" cy="1630527"/>
            <a:chOff x="448029" y="2270055"/>
            <a:chExt cx="3782339" cy="1630527"/>
          </a:xfrm>
        </p:grpSpPr>
        <p:sp>
          <p:nvSpPr>
            <p:cNvPr id="70" name="Google Shape;873;p54"/>
            <p:cNvSpPr txBox="1">
              <a:spLocks/>
            </p:cNvSpPr>
            <p:nvPr/>
          </p:nvSpPr>
          <p:spPr>
            <a:xfrm>
              <a:off x="1375585" y="2356606"/>
              <a:ext cx="2534263" cy="4488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Jost"/>
                <a:buChar char="●"/>
                <a:defRPr sz="1600" b="0" i="0" u="none" strike="noStrike" cap="none">
                  <a:solidFill>
                    <a:schemeClr val="accent1"/>
                  </a:solidFill>
                  <a:latin typeface="Jost"/>
                  <a:ea typeface="Jost"/>
                  <a:cs typeface="Jost"/>
                  <a:sym typeface="Jost"/>
                </a:defRPr>
              </a:lvl1pPr>
              <a:lvl2pPr marL="914400" marR="0" lvl="1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00"/>
                <a:buFont typeface="Jost"/>
                <a:buChar char="○"/>
                <a:defRPr sz="1600" b="0" i="0" u="none" strike="noStrike" cap="none">
                  <a:solidFill>
                    <a:schemeClr val="accent1"/>
                  </a:solidFill>
                  <a:latin typeface="Jost"/>
                  <a:ea typeface="Jost"/>
                  <a:cs typeface="Jost"/>
                  <a:sym typeface="Jost"/>
                </a:defRPr>
              </a:lvl2pPr>
              <a:lvl3pPr marL="1371600" marR="0" lvl="2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00"/>
                <a:buFont typeface="Jost"/>
                <a:buChar char="■"/>
                <a:defRPr sz="1600" b="0" i="0" u="none" strike="noStrike" cap="none">
                  <a:solidFill>
                    <a:schemeClr val="accent1"/>
                  </a:solidFill>
                  <a:latin typeface="Jost"/>
                  <a:ea typeface="Jost"/>
                  <a:cs typeface="Jost"/>
                  <a:sym typeface="Jost"/>
                </a:defRPr>
              </a:lvl3pPr>
              <a:lvl4pPr marL="1828800" marR="0" lvl="3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00"/>
                <a:buFont typeface="Jost"/>
                <a:buChar char="●"/>
                <a:defRPr sz="1600" b="0" i="0" u="none" strike="noStrike" cap="none">
                  <a:solidFill>
                    <a:schemeClr val="accent1"/>
                  </a:solidFill>
                  <a:latin typeface="Jost"/>
                  <a:ea typeface="Jost"/>
                  <a:cs typeface="Jost"/>
                  <a:sym typeface="Jost"/>
                </a:defRPr>
              </a:lvl4pPr>
              <a:lvl5pPr marL="2286000" marR="0" lvl="4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00"/>
                <a:buFont typeface="Jost"/>
                <a:buChar char="○"/>
                <a:defRPr sz="1600" b="0" i="0" u="none" strike="noStrike" cap="none">
                  <a:solidFill>
                    <a:schemeClr val="accent1"/>
                  </a:solidFill>
                  <a:latin typeface="Jost"/>
                  <a:ea typeface="Jost"/>
                  <a:cs typeface="Jost"/>
                  <a:sym typeface="Jost"/>
                </a:defRPr>
              </a:lvl5pPr>
              <a:lvl6pPr marL="2743200" marR="0" lvl="5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00"/>
                <a:buFont typeface="Jost"/>
                <a:buChar char="■"/>
                <a:defRPr sz="1600" b="0" i="0" u="none" strike="noStrike" cap="none">
                  <a:solidFill>
                    <a:schemeClr val="accent1"/>
                  </a:solidFill>
                  <a:latin typeface="Jost"/>
                  <a:ea typeface="Jost"/>
                  <a:cs typeface="Jost"/>
                  <a:sym typeface="Jost"/>
                </a:defRPr>
              </a:lvl6pPr>
              <a:lvl7pPr marL="3200400" marR="0" lvl="6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00"/>
                <a:buFont typeface="Jost"/>
                <a:buChar char="●"/>
                <a:defRPr sz="1600" b="0" i="0" u="none" strike="noStrike" cap="none">
                  <a:solidFill>
                    <a:schemeClr val="accent1"/>
                  </a:solidFill>
                  <a:latin typeface="Jost"/>
                  <a:ea typeface="Jost"/>
                  <a:cs typeface="Jost"/>
                  <a:sym typeface="Jost"/>
                </a:defRPr>
              </a:lvl7pPr>
              <a:lvl8pPr marL="3657600" marR="0" lvl="7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00"/>
                <a:buFont typeface="Jost"/>
                <a:buChar char="○"/>
                <a:defRPr sz="1600" b="0" i="0" u="none" strike="noStrike" cap="none">
                  <a:solidFill>
                    <a:schemeClr val="accent1"/>
                  </a:solidFill>
                  <a:latin typeface="Jost"/>
                  <a:ea typeface="Jost"/>
                  <a:cs typeface="Jost"/>
                  <a:sym typeface="Jost"/>
                </a:defRPr>
              </a:lvl8pPr>
              <a:lvl9pPr marL="4114800" marR="0" lvl="8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00"/>
                <a:buFont typeface="Jost"/>
                <a:buChar char="■"/>
                <a:defRPr sz="1600" b="0" i="0" u="none" strike="noStrike" cap="none">
                  <a:solidFill>
                    <a:schemeClr val="accent1"/>
                  </a:solidFill>
                  <a:latin typeface="Jost"/>
                  <a:ea typeface="Jost"/>
                  <a:cs typeface="Jost"/>
                  <a:sym typeface="Jost"/>
                </a:defRPr>
              </a:lvl9pPr>
            </a:lstStyle>
            <a:p>
              <a:pPr marL="0" indent="0">
                <a:spcBef>
                  <a:spcPts val="1000"/>
                </a:spcBef>
                <a:buFont typeface="Jost"/>
                <a:buNone/>
              </a:pPr>
              <a:r>
                <a:rPr lang="en-US" dirty="0" smtClean="0"/>
                <a:t>yashaswitirole@gmail.com</a:t>
              </a:r>
            </a:p>
          </p:txBody>
        </p:sp>
        <p:sp>
          <p:nvSpPr>
            <p:cNvPr id="81" name="Google Shape;326;p33"/>
            <p:cNvSpPr/>
            <p:nvPr/>
          </p:nvSpPr>
          <p:spPr>
            <a:xfrm>
              <a:off x="448029" y="2270055"/>
              <a:ext cx="756806" cy="672775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6356" y="2375416"/>
              <a:ext cx="438912" cy="438912"/>
            </a:xfrm>
            <a:prstGeom prst="rect">
              <a:avLst/>
            </a:prstGeom>
          </p:spPr>
        </p:pic>
        <p:sp>
          <p:nvSpPr>
            <p:cNvPr id="84" name="Google Shape;1116;p56"/>
            <p:cNvSpPr/>
            <p:nvPr/>
          </p:nvSpPr>
          <p:spPr>
            <a:xfrm rot="1670">
              <a:off x="479800" y="3152498"/>
              <a:ext cx="704886" cy="69187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5139" y="3301517"/>
              <a:ext cx="434208" cy="434208"/>
            </a:xfrm>
            <a:prstGeom prst="rect">
              <a:avLst/>
            </a:prstGeom>
          </p:spPr>
        </p:pic>
        <p:sp>
          <p:nvSpPr>
            <p:cNvPr id="82" name="Google Shape;873;p54"/>
            <p:cNvSpPr txBox="1">
              <a:spLocks/>
            </p:cNvSpPr>
            <p:nvPr/>
          </p:nvSpPr>
          <p:spPr>
            <a:xfrm>
              <a:off x="1375585" y="3451765"/>
              <a:ext cx="2854783" cy="4488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L="457200" marR="0" lvl="0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Jost"/>
                <a:buChar char="●"/>
                <a:defRPr sz="1600" b="0" i="0" u="none" strike="noStrike" cap="none">
                  <a:solidFill>
                    <a:schemeClr val="accent1"/>
                  </a:solidFill>
                  <a:latin typeface="Jost"/>
                  <a:ea typeface="Jost"/>
                  <a:cs typeface="Jost"/>
                  <a:sym typeface="Jost"/>
                </a:defRPr>
              </a:lvl1pPr>
              <a:lvl2pPr marL="914400" marR="0" lvl="1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00"/>
                <a:buFont typeface="Jost"/>
                <a:buChar char="○"/>
                <a:defRPr sz="1600" b="0" i="0" u="none" strike="noStrike" cap="none">
                  <a:solidFill>
                    <a:schemeClr val="accent1"/>
                  </a:solidFill>
                  <a:latin typeface="Jost"/>
                  <a:ea typeface="Jost"/>
                  <a:cs typeface="Jost"/>
                  <a:sym typeface="Jost"/>
                </a:defRPr>
              </a:lvl2pPr>
              <a:lvl3pPr marL="1371600" marR="0" lvl="2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00"/>
                <a:buFont typeface="Jost"/>
                <a:buChar char="■"/>
                <a:defRPr sz="1600" b="0" i="0" u="none" strike="noStrike" cap="none">
                  <a:solidFill>
                    <a:schemeClr val="accent1"/>
                  </a:solidFill>
                  <a:latin typeface="Jost"/>
                  <a:ea typeface="Jost"/>
                  <a:cs typeface="Jost"/>
                  <a:sym typeface="Jost"/>
                </a:defRPr>
              </a:lvl3pPr>
              <a:lvl4pPr marL="1828800" marR="0" lvl="3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00"/>
                <a:buFont typeface="Jost"/>
                <a:buChar char="●"/>
                <a:defRPr sz="1600" b="0" i="0" u="none" strike="noStrike" cap="none">
                  <a:solidFill>
                    <a:schemeClr val="accent1"/>
                  </a:solidFill>
                  <a:latin typeface="Jost"/>
                  <a:ea typeface="Jost"/>
                  <a:cs typeface="Jost"/>
                  <a:sym typeface="Jost"/>
                </a:defRPr>
              </a:lvl4pPr>
              <a:lvl5pPr marL="2286000" marR="0" lvl="4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00"/>
                <a:buFont typeface="Jost"/>
                <a:buChar char="○"/>
                <a:defRPr sz="1600" b="0" i="0" u="none" strike="noStrike" cap="none">
                  <a:solidFill>
                    <a:schemeClr val="accent1"/>
                  </a:solidFill>
                  <a:latin typeface="Jost"/>
                  <a:ea typeface="Jost"/>
                  <a:cs typeface="Jost"/>
                  <a:sym typeface="Jost"/>
                </a:defRPr>
              </a:lvl5pPr>
              <a:lvl6pPr marL="2743200" marR="0" lvl="5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00"/>
                <a:buFont typeface="Jost"/>
                <a:buChar char="■"/>
                <a:defRPr sz="1600" b="0" i="0" u="none" strike="noStrike" cap="none">
                  <a:solidFill>
                    <a:schemeClr val="accent1"/>
                  </a:solidFill>
                  <a:latin typeface="Jost"/>
                  <a:ea typeface="Jost"/>
                  <a:cs typeface="Jost"/>
                  <a:sym typeface="Jost"/>
                </a:defRPr>
              </a:lvl6pPr>
              <a:lvl7pPr marL="3200400" marR="0" lvl="6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00"/>
                <a:buFont typeface="Jost"/>
                <a:buChar char="●"/>
                <a:defRPr sz="1600" b="0" i="0" u="none" strike="noStrike" cap="none">
                  <a:solidFill>
                    <a:schemeClr val="accent1"/>
                  </a:solidFill>
                  <a:latin typeface="Jost"/>
                  <a:ea typeface="Jost"/>
                  <a:cs typeface="Jost"/>
                  <a:sym typeface="Jost"/>
                </a:defRPr>
              </a:lvl7pPr>
              <a:lvl8pPr marL="3657600" marR="0" lvl="7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00"/>
                <a:buFont typeface="Jost"/>
                <a:buChar char="○"/>
                <a:defRPr sz="1600" b="0" i="0" u="none" strike="noStrike" cap="none">
                  <a:solidFill>
                    <a:schemeClr val="accent1"/>
                  </a:solidFill>
                  <a:latin typeface="Jost"/>
                  <a:ea typeface="Jost"/>
                  <a:cs typeface="Jost"/>
                  <a:sym typeface="Jost"/>
                </a:defRPr>
              </a:lvl8pPr>
              <a:lvl9pPr marL="4114800" marR="0" lvl="8" indent="-330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1"/>
                </a:buClr>
                <a:buSzPts val="1600"/>
                <a:buFont typeface="Jost"/>
                <a:buChar char="■"/>
                <a:defRPr sz="1600" b="0" i="0" u="none" strike="noStrike" cap="none">
                  <a:solidFill>
                    <a:schemeClr val="accent1"/>
                  </a:solidFill>
                  <a:latin typeface="Jost"/>
                  <a:ea typeface="Jost"/>
                  <a:cs typeface="Jost"/>
                  <a:sym typeface="Jost"/>
                </a:defRPr>
              </a:lvl9pPr>
            </a:lstStyle>
            <a:p>
              <a:pPr marL="0" indent="0">
                <a:buNone/>
              </a:pPr>
              <a:r>
                <a:rPr lang="en-US" dirty="0"/>
                <a:t>https://yashaswitir28.github.io/</a:t>
              </a:r>
              <a:endParaRPr lang="en-US" dirty="0"/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4322947" y="2266700"/>
            <a:ext cx="4673918" cy="1682111"/>
            <a:chOff x="4364979" y="2249952"/>
            <a:chExt cx="4673918" cy="1754092"/>
          </a:xfrm>
        </p:grpSpPr>
        <p:sp>
          <p:nvSpPr>
            <p:cNvPr id="1116" name="Google Shape;1116;p56"/>
            <p:cNvSpPr/>
            <p:nvPr/>
          </p:nvSpPr>
          <p:spPr>
            <a:xfrm rot="1670">
              <a:off x="4364979" y="2249952"/>
              <a:ext cx="704886" cy="691871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Rectangle 5"/>
            <p:cNvSpPr/>
            <p:nvPr/>
          </p:nvSpPr>
          <p:spPr>
            <a:xfrm>
              <a:off x="5298692" y="2464242"/>
              <a:ext cx="3740205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chemeClr val="dk1"/>
                </a:buClr>
                <a:buSzPts val="1600"/>
                <a:buFont typeface="Jost"/>
                <a:buNone/>
              </a:pPr>
              <a:r>
                <a:rPr lang="en-US" sz="1600" dirty="0">
                  <a:solidFill>
                    <a:schemeClr val="accent1"/>
                  </a:solidFill>
                  <a:latin typeface="Jost" panose="020B0604020202020204" charset="0"/>
                  <a:ea typeface="Jost" panose="020B0604020202020204" charset="0"/>
                  <a:cs typeface="Jost SemiBold"/>
                </a:rPr>
                <a:t>https://in.linkedin.com/in/yashaswi-tirole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5328799" y="3519087"/>
              <a:ext cx="3259220" cy="400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>
                <a:buClr>
                  <a:schemeClr val="dk1"/>
                </a:buClr>
                <a:buSzPts val="1600"/>
                <a:buFont typeface="Jost"/>
                <a:buNone/>
              </a:pPr>
              <a:r>
                <a:rPr lang="en-US" sz="1600" dirty="0">
                  <a:solidFill>
                    <a:schemeClr val="accent1"/>
                  </a:solidFill>
                  <a:latin typeface="Jost" panose="020B0604020202020204" charset="0"/>
                  <a:ea typeface="Jost" panose="020B0604020202020204" charset="0"/>
                  <a:cs typeface="Jost SemiBold"/>
                </a:rPr>
                <a:t>https://github.com/Yashaswitir28</a:t>
              </a:r>
            </a:p>
          </p:txBody>
        </p:sp>
        <p:grpSp>
          <p:nvGrpSpPr>
            <p:cNvPr id="73" name="Google Shape;881;p54"/>
            <p:cNvGrpSpPr/>
            <p:nvPr/>
          </p:nvGrpSpPr>
          <p:grpSpPr>
            <a:xfrm>
              <a:off x="4534542" y="2416524"/>
              <a:ext cx="365760" cy="365760"/>
              <a:chOff x="1323129" y="2571761"/>
              <a:chExt cx="417024" cy="417024"/>
            </a:xfrm>
          </p:grpSpPr>
          <p:sp>
            <p:nvSpPr>
              <p:cNvPr id="74" name="Google Shape;882;p54"/>
              <p:cNvSpPr/>
              <p:nvPr/>
            </p:nvSpPr>
            <p:spPr>
              <a:xfrm>
                <a:off x="1385007" y="2719183"/>
                <a:ext cx="73337" cy="219907"/>
              </a:xfrm>
              <a:custGeom>
                <a:avLst/>
                <a:gdLst/>
                <a:ahLst/>
                <a:cxnLst/>
                <a:rect l="l" t="t" r="r" b="b"/>
                <a:pathLst>
                  <a:path w="3514" h="10537" extrusionOk="0">
                    <a:moveTo>
                      <a:pt x="2342" y="1171"/>
                    </a:moveTo>
                    <a:lnTo>
                      <a:pt x="2342" y="9367"/>
                    </a:lnTo>
                    <a:lnTo>
                      <a:pt x="1171" y="9367"/>
                    </a:lnTo>
                    <a:lnTo>
                      <a:pt x="1171" y="1171"/>
                    </a:lnTo>
                    <a:close/>
                    <a:moveTo>
                      <a:pt x="586" y="0"/>
                    </a:moveTo>
                    <a:cubicBezTo>
                      <a:pt x="264" y="0"/>
                      <a:pt x="0" y="262"/>
                      <a:pt x="0" y="586"/>
                    </a:cubicBezTo>
                    <a:lnTo>
                      <a:pt x="0" y="9951"/>
                    </a:lnTo>
                    <a:cubicBezTo>
                      <a:pt x="0" y="10275"/>
                      <a:pt x="264" y="10537"/>
                      <a:pt x="586" y="10537"/>
                    </a:cubicBezTo>
                    <a:lnTo>
                      <a:pt x="2928" y="10537"/>
                    </a:lnTo>
                    <a:cubicBezTo>
                      <a:pt x="3252" y="10537"/>
                      <a:pt x="3514" y="10275"/>
                      <a:pt x="3514" y="9951"/>
                    </a:cubicBezTo>
                    <a:lnTo>
                      <a:pt x="3514" y="586"/>
                    </a:lnTo>
                    <a:cubicBezTo>
                      <a:pt x="3514" y="262"/>
                      <a:pt x="3252" y="0"/>
                      <a:pt x="292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Google Shape;883;p54"/>
              <p:cNvSpPr/>
              <p:nvPr/>
            </p:nvSpPr>
            <p:spPr>
              <a:xfrm>
                <a:off x="1385007" y="2621430"/>
                <a:ext cx="73337" cy="73337"/>
              </a:xfrm>
              <a:custGeom>
                <a:avLst/>
                <a:gdLst/>
                <a:ahLst/>
                <a:cxnLst/>
                <a:rect l="l" t="t" r="r" b="b"/>
                <a:pathLst>
                  <a:path w="3514" h="3514" extrusionOk="0">
                    <a:moveTo>
                      <a:pt x="1757" y="1171"/>
                    </a:moveTo>
                    <a:cubicBezTo>
                      <a:pt x="2081" y="1171"/>
                      <a:pt x="2342" y="1435"/>
                      <a:pt x="2342" y="1757"/>
                    </a:cubicBezTo>
                    <a:cubicBezTo>
                      <a:pt x="2342" y="2080"/>
                      <a:pt x="2081" y="2342"/>
                      <a:pt x="1757" y="2342"/>
                    </a:cubicBezTo>
                    <a:cubicBezTo>
                      <a:pt x="1435" y="2342"/>
                      <a:pt x="1171" y="2080"/>
                      <a:pt x="1171" y="1757"/>
                    </a:cubicBezTo>
                    <a:cubicBezTo>
                      <a:pt x="1171" y="1435"/>
                      <a:pt x="1435" y="1171"/>
                      <a:pt x="1757" y="1171"/>
                    </a:cubicBezTo>
                    <a:close/>
                    <a:moveTo>
                      <a:pt x="1757" y="0"/>
                    </a:moveTo>
                    <a:cubicBezTo>
                      <a:pt x="789" y="0"/>
                      <a:pt x="0" y="789"/>
                      <a:pt x="0" y="1757"/>
                    </a:cubicBezTo>
                    <a:cubicBezTo>
                      <a:pt x="0" y="2726"/>
                      <a:pt x="789" y="3513"/>
                      <a:pt x="1757" y="3513"/>
                    </a:cubicBezTo>
                    <a:cubicBezTo>
                      <a:pt x="2726" y="3513"/>
                      <a:pt x="3514" y="2726"/>
                      <a:pt x="3514" y="1757"/>
                    </a:cubicBezTo>
                    <a:cubicBezTo>
                      <a:pt x="3514" y="789"/>
                      <a:pt x="2726" y="0"/>
                      <a:pt x="17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Google Shape;884;p54"/>
              <p:cNvSpPr/>
              <p:nvPr/>
            </p:nvSpPr>
            <p:spPr>
              <a:xfrm>
                <a:off x="1482759" y="2718786"/>
                <a:ext cx="195510" cy="220304"/>
              </a:xfrm>
              <a:custGeom>
                <a:avLst/>
                <a:gdLst/>
                <a:ahLst/>
                <a:cxnLst/>
                <a:rect l="l" t="t" r="r" b="b"/>
                <a:pathLst>
                  <a:path w="9368" h="10556" extrusionOk="0">
                    <a:moveTo>
                      <a:pt x="5559" y="1173"/>
                    </a:moveTo>
                    <a:cubicBezTo>
                      <a:pt x="5720" y="1173"/>
                      <a:pt x="5883" y="1186"/>
                      <a:pt x="6044" y="1212"/>
                    </a:cubicBezTo>
                    <a:cubicBezTo>
                      <a:pt x="7422" y="1435"/>
                      <a:pt x="8196" y="2535"/>
                      <a:pt x="8196" y="3669"/>
                    </a:cubicBezTo>
                    <a:lnTo>
                      <a:pt x="8196" y="9386"/>
                    </a:lnTo>
                    <a:lnTo>
                      <a:pt x="7025" y="9386"/>
                    </a:lnTo>
                    <a:lnTo>
                      <a:pt x="7025" y="4702"/>
                    </a:lnTo>
                    <a:cubicBezTo>
                      <a:pt x="7025" y="3411"/>
                      <a:pt x="5975" y="2360"/>
                      <a:pt x="4683" y="2360"/>
                    </a:cubicBezTo>
                    <a:cubicBezTo>
                      <a:pt x="3392" y="2360"/>
                      <a:pt x="2341" y="3411"/>
                      <a:pt x="2341" y="4702"/>
                    </a:cubicBezTo>
                    <a:lnTo>
                      <a:pt x="2341" y="9386"/>
                    </a:lnTo>
                    <a:lnTo>
                      <a:pt x="1170" y="9386"/>
                    </a:lnTo>
                    <a:lnTo>
                      <a:pt x="1170" y="1190"/>
                    </a:lnTo>
                    <a:lnTo>
                      <a:pt x="2341" y="1190"/>
                    </a:lnTo>
                    <a:lnTo>
                      <a:pt x="2341" y="1776"/>
                    </a:lnTo>
                    <a:cubicBezTo>
                      <a:pt x="2341" y="2011"/>
                      <a:pt x="2484" y="2225"/>
                      <a:pt x="2704" y="2316"/>
                    </a:cubicBezTo>
                    <a:cubicBezTo>
                      <a:pt x="2776" y="2346"/>
                      <a:pt x="2852" y="2361"/>
                      <a:pt x="2928" y="2361"/>
                    </a:cubicBezTo>
                    <a:cubicBezTo>
                      <a:pt x="3080" y="2361"/>
                      <a:pt x="3229" y="2301"/>
                      <a:pt x="3341" y="2190"/>
                    </a:cubicBezTo>
                    <a:lnTo>
                      <a:pt x="3615" y="1916"/>
                    </a:lnTo>
                    <a:cubicBezTo>
                      <a:pt x="4086" y="1443"/>
                      <a:pt x="4813" y="1173"/>
                      <a:pt x="5559" y="1173"/>
                    </a:cubicBezTo>
                    <a:close/>
                    <a:moveTo>
                      <a:pt x="5553" y="0"/>
                    </a:moveTo>
                    <a:cubicBezTo>
                      <a:pt x="4823" y="0"/>
                      <a:pt x="4110" y="189"/>
                      <a:pt x="3509" y="536"/>
                    </a:cubicBezTo>
                    <a:cubicBezTo>
                      <a:pt x="3475" y="246"/>
                      <a:pt x="3227" y="19"/>
                      <a:pt x="2927" y="19"/>
                    </a:cubicBezTo>
                    <a:lnTo>
                      <a:pt x="586" y="19"/>
                    </a:lnTo>
                    <a:cubicBezTo>
                      <a:pt x="262" y="19"/>
                      <a:pt x="1" y="281"/>
                      <a:pt x="1" y="605"/>
                    </a:cubicBezTo>
                    <a:lnTo>
                      <a:pt x="1" y="9970"/>
                    </a:lnTo>
                    <a:cubicBezTo>
                      <a:pt x="1" y="10294"/>
                      <a:pt x="262" y="10556"/>
                      <a:pt x="586" y="10556"/>
                    </a:cubicBezTo>
                    <a:lnTo>
                      <a:pt x="2927" y="10556"/>
                    </a:lnTo>
                    <a:cubicBezTo>
                      <a:pt x="3250" y="10556"/>
                      <a:pt x="3512" y="10294"/>
                      <a:pt x="3512" y="9970"/>
                    </a:cubicBezTo>
                    <a:lnTo>
                      <a:pt x="3512" y="4702"/>
                    </a:lnTo>
                    <a:cubicBezTo>
                      <a:pt x="3512" y="4056"/>
                      <a:pt x="4038" y="3531"/>
                      <a:pt x="4683" y="3531"/>
                    </a:cubicBezTo>
                    <a:cubicBezTo>
                      <a:pt x="5329" y="3531"/>
                      <a:pt x="5854" y="4056"/>
                      <a:pt x="5854" y="4702"/>
                    </a:cubicBezTo>
                    <a:lnTo>
                      <a:pt x="5854" y="9970"/>
                    </a:lnTo>
                    <a:cubicBezTo>
                      <a:pt x="5854" y="10294"/>
                      <a:pt x="6116" y="10556"/>
                      <a:pt x="6440" y="10556"/>
                    </a:cubicBezTo>
                    <a:lnTo>
                      <a:pt x="8782" y="10556"/>
                    </a:lnTo>
                    <a:cubicBezTo>
                      <a:pt x="9104" y="10556"/>
                      <a:pt x="9368" y="10294"/>
                      <a:pt x="9368" y="9970"/>
                    </a:cubicBezTo>
                    <a:lnTo>
                      <a:pt x="9368" y="3669"/>
                    </a:lnTo>
                    <a:cubicBezTo>
                      <a:pt x="9368" y="1921"/>
                      <a:pt x="8131" y="364"/>
                      <a:pt x="6231" y="55"/>
                    </a:cubicBezTo>
                    <a:cubicBezTo>
                      <a:pt x="6005" y="18"/>
                      <a:pt x="5779" y="0"/>
                      <a:pt x="5553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885;p54"/>
              <p:cNvSpPr/>
              <p:nvPr/>
            </p:nvSpPr>
            <p:spPr>
              <a:xfrm>
                <a:off x="1323129" y="2571761"/>
                <a:ext cx="417024" cy="417024"/>
              </a:xfrm>
              <a:custGeom>
                <a:avLst/>
                <a:gdLst/>
                <a:ahLst/>
                <a:cxnLst/>
                <a:rect l="l" t="t" r="r" b="b"/>
                <a:pathLst>
                  <a:path w="19982" h="19982" extrusionOk="0">
                    <a:moveTo>
                      <a:pt x="17015" y="1170"/>
                    </a:moveTo>
                    <a:cubicBezTo>
                      <a:pt x="17989" y="1170"/>
                      <a:pt x="18810" y="1993"/>
                      <a:pt x="18810" y="2966"/>
                    </a:cubicBezTo>
                    <a:lnTo>
                      <a:pt x="18810" y="17015"/>
                    </a:lnTo>
                    <a:cubicBezTo>
                      <a:pt x="18810" y="17990"/>
                      <a:pt x="17989" y="18811"/>
                      <a:pt x="17015" y="18811"/>
                    </a:cubicBezTo>
                    <a:lnTo>
                      <a:pt x="2965" y="18811"/>
                    </a:lnTo>
                    <a:cubicBezTo>
                      <a:pt x="1992" y="18811"/>
                      <a:pt x="1170" y="17990"/>
                      <a:pt x="1170" y="17015"/>
                    </a:cubicBezTo>
                    <a:lnTo>
                      <a:pt x="1170" y="2966"/>
                    </a:lnTo>
                    <a:cubicBezTo>
                      <a:pt x="1170" y="1993"/>
                      <a:pt x="1992" y="1170"/>
                      <a:pt x="2965" y="1170"/>
                    </a:cubicBezTo>
                    <a:close/>
                    <a:moveTo>
                      <a:pt x="2965" y="1"/>
                    </a:moveTo>
                    <a:cubicBezTo>
                      <a:pt x="1347" y="1"/>
                      <a:pt x="0" y="1349"/>
                      <a:pt x="0" y="2966"/>
                    </a:cubicBezTo>
                    <a:lnTo>
                      <a:pt x="0" y="17015"/>
                    </a:lnTo>
                    <a:cubicBezTo>
                      <a:pt x="0" y="18635"/>
                      <a:pt x="1348" y="19982"/>
                      <a:pt x="2965" y="19982"/>
                    </a:cubicBezTo>
                    <a:lnTo>
                      <a:pt x="17017" y="19982"/>
                    </a:lnTo>
                    <a:cubicBezTo>
                      <a:pt x="18635" y="19982"/>
                      <a:pt x="19981" y="18634"/>
                      <a:pt x="19981" y="17015"/>
                    </a:cubicBezTo>
                    <a:lnTo>
                      <a:pt x="19981" y="2966"/>
                    </a:lnTo>
                    <a:cubicBezTo>
                      <a:pt x="19981" y="1347"/>
                      <a:pt x="18633" y="1"/>
                      <a:pt x="1701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1" name="Google Shape;1094;p56"/>
            <p:cNvSpPr/>
            <p:nvPr/>
          </p:nvSpPr>
          <p:spPr>
            <a:xfrm rot="1670">
              <a:off x="4366045" y="3312174"/>
              <a:ext cx="704886" cy="69187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8" name="Picture 77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75690" y="3528841"/>
              <a:ext cx="283464" cy="283464"/>
            </a:xfrm>
            <a:prstGeom prst="rect">
              <a:avLst/>
            </a:prstGeom>
          </p:spPr>
        </p:pic>
      </p:grpSp>
      <p:pic>
        <p:nvPicPr>
          <p:cNvPr id="114" name="Picture 2" descr="RV TechLearn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6730" y="119664"/>
            <a:ext cx="913681" cy="913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Introduction to Cloud Computing Workshop by Slidesgo">
  <a:themeElements>
    <a:clrScheme name="Simple Light">
      <a:dk1>
        <a:srgbClr val="F57474"/>
      </a:dk1>
      <a:lt1>
        <a:srgbClr val="F9D923"/>
      </a:lt1>
      <a:dk2>
        <a:srgbClr val="36AE7C"/>
      </a:dk2>
      <a:lt2>
        <a:srgbClr val="187498"/>
      </a:lt2>
      <a:accent1>
        <a:srgbClr val="062531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6253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809</Words>
  <Application>Microsoft Office PowerPoint</Application>
  <PresentationFormat>On-screen Show (16:9)</PresentationFormat>
  <Paragraphs>104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Jost SemiBold</vt:lpstr>
      <vt:lpstr>Jost</vt:lpstr>
      <vt:lpstr>Montserrat</vt:lpstr>
      <vt:lpstr>Arial</vt:lpstr>
      <vt:lpstr>Wingdings</vt:lpstr>
      <vt:lpstr>Introduction to Cloud Computing Workshop by Slidesgo</vt:lpstr>
      <vt:lpstr>S3 Event Notifications Using an SNS Topic</vt:lpstr>
      <vt:lpstr>Contents</vt:lpstr>
      <vt:lpstr>Introduction</vt:lpstr>
      <vt:lpstr>Objective</vt:lpstr>
      <vt:lpstr>Scope</vt:lpstr>
      <vt:lpstr>Services</vt:lpstr>
      <vt:lpstr>List of Services</vt:lpstr>
      <vt:lpstr>Scope and Usecase of services  Integrated</vt:lpstr>
      <vt:lpstr>Practical</vt:lpstr>
      <vt:lpstr>STEP 1: Create an SNS topic</vt:lpstr>
      <vt:lpstr>STEP 2: Subscribe to the SNS Topic</vt:lpstr>
      <vt:lpstr>STEP 3: Mail Confirmation </vt:lpstr>
      <vt:lpstr>PowerPoint Presentation</vt:lpstr>
      <vt:lpstr>STEP 5: Create or Choose an S3 Bucket </vt:lpstr>
      <vt:lpstr>PowerPoint Presentation</vt:lpstr>
      <vt:lpstr>STEP 5: Editing SNS Access Policy </vt:lpstr>
      <vt:lpstr>PowerPoint Presentation</vt:lpstr>
      <vt:lpstr>STEP 6: Configure Event Notifications</vt:lpstr>
      <vt:lpstr>STEP 7: Uploading Files to S3 bucket</vt:lpstr>
      <vt:lpstr>STEP 8: Receiving Mail About File Upload</vt:lpstr>
      <vt:lpstr>Challenges Faced</vt:lpstr>
      <vt:lpstr>Challenges Faced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S3 Event Notifications Using an SNS Topic</dc:title>
  <dc:creator>DELL</dc:creator>
  <cp:lastModifiedBy>DELL</cp:lastModifiedBy>
  <cp:revision>17</cp:revision>
  <dcterms:modified xsi:type="dcterms:W3CDTF">2025-07-26T21:31:10Z</dcterms:modified>
</cp:coreProperties>
</file>